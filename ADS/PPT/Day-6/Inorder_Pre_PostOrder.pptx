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6" r:id="rId13"/>
    <p:sldId id="265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25ECD-D103-F71B-A990-F39F57BD0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0FD13-E1AA-23F7-B82E-896A16EF3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FB61C-8962-2661-372A-62CFE98B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3E2F-EE18-4662-84E9-56F9E08A1999}" type="datetimeFigureOut">
              <a:rPr lang="en-IN" smtClean="0"/>
              <a:t>04-06-2024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7253C-EE79-6968-2A8E-4040DEDC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0E281-5BFD-1D13-A1CD-4A9464D2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29E3E-4334-4C6F-934D-72ED8AF0A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901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C14C-AA53-5EDA-4381-EF53454B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4FAE2-292A-CEB7-CB60-78CA04598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5C039-A037-CB00-24C6-A28854AB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3E2F-EE18-4662-84E9-56F9E08A1999}" type="datetimeFigureOut">
              <a:rPr lang="en-IN" smtClean="0"/>
              <a:t>04-06-2024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53030-00A1-38F0-F729-EAD61050D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8109B-295E-5B99-A4D1-9E79E7860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29E3E-4334-4C6F-934D-72ED8AF0A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22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D44CF-7DFE-A21C-5019-CF99B0485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DD511-151B-E409-B961-ACF6C2D01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310C9-FFFB-1977-B8E8-E5F9E056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3E2F-EE18-4662-84E9-56F9E08A1999}" type="datetimeFigureOut">
              <a:rPr lang="en-IN" smtClean="0"/>
              <a:t>04-06-2024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2D76A-BFDA-034D-0FC7-EA5ACDCA9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EF28C-B83D-0C59-BF8B-9BB2F351D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29E3E-4334-4C6F-934D-72ED8AF0A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890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DCEB1-B596-F799-9965-21F70F21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1C094-8E28-A1B8-0466-7AD0B8171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4F2AE-5CAF-CBE7-BA37-4A129B5B0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3EA61-C23F-F668-931C-C0228224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3E2F-EE18-4662-84E9-56F9E08A1999}" type="datetimeFigureOut">
              <a:rPr lang="en-IN" smtClean="0"/>
              <a:t>04-06-2024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57CFF-22B9-E35C-DB71-B5D824AFA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52AA8-DAEA-973E-589D-4D4C91587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29E3E-4334-4C6F-934D-72ED8AF0A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27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07AE-C057-5109-B72D-B65E0129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1A217-1FAE-4330-9007-B357B6529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AD347-91DB-660F-9987-A4D37C8DB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6133FC-1743-5237-3337-14A13CE67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6DCBD6-957A-11C0-EF60-76F33010DA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1F66BB-FC7D-FBD8-299A-6C7A0D588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3E2F-EE18-4662-84E9-56F9E08A1999}" type="datetimeFigureOut">
              <a:rPr lang="en-IN" smtClean="0"/>
              <a:t>04-06-2024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3B584-E17D-75A1-89E5-EF2C53E0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70710D-E155-8B99-7C97-F22D3ECB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29E3E-4334-4C6F-934D-72ED8AF0A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134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A0131-4E0E-EC6F-9533-0B9732806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924E1-0D87-6005-75EA-8EBC2B21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3E2F-EE18-4662-84E9-56F9E08A1999}" type="datetimeFigureOut">
              <a:rPr lang="en-IN" smtClean="0"/>
              <a:t>04-06-2024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5BDC7-A4BC-EF08-82F1-23785B77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7085F-06B8-BEE6-8700-BCE90F2D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29E3E-4334-4C6F-934D-72ED8AF0A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95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BEC9B5-6E10-77CE-E41A-17A43F240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3E2F-EE18-4662-84E9-56F9E08A1999}" type="datetimeFigureOut">
              <a:rPr lang="en-IN" smtClean="0"/>
              <a:t>04-06-2024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07D6C-9173-AB59-74DD-2C629EDB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733D5-7564-71AE-EE3D-71BCD7F7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29E3E-4334-4C6F-934D-72ED8AF0A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21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F686F-0F79-8EF7-9F62-823EE89FA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3655B-4F92-C545-62F2-0566843B9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106FB-A3A1-8535-C31B-857402319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648A4-D005-E9C8-722B-F88A2CAD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3E2F-EE18-4662-84E9-56F9E08A1999}" type="datetimeFigureOut">
              <a:rPr lang="en-IN" smtClean="0"/>
              <a:t>04-06-2024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A17F5-685D-7F0B-6DEC-49B3A626C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98847-3187-5160-12FE-9D6DD510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29E3E-4334-4C6F-934D-72ED8AF0A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227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0ABAD-F226-9C65-D09B-1F52AB61A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0CB0B8-C35C-9C0C-B843-DEAF1642C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439C5-7F2F-E232-355A-6889696C6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F654B-9EF0-3FBE-B7E5-AE216393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3E2F-EE18-4662-84E9-56F9E08A1999}" type="datetimeFigureOut">
              <a:rPr lang="en-IN" smtClean="0"/>
              <a:t>04-06-2024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21C2F-B30B-5A3C-01AA-A12C0BEC5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13909-7F19-8F7A-7DB9-86D8EBCFC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29E3E-4334-4C6F-934D-72ED8AF0A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91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ABCC4-FD3D-7027-80FE-F4A67459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6F6EC-F429-09AB-30CB-C0E2B4773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EB24F-31CA-52F8-39E8-30B7877D4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3E2F-EE18-4662-84E9-56F9E08A1999}" type="datetimeFigureOut">
              <a:rPr lang="en-IN" smtClean="0"/>
              <a:t>04-06-2024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9B15E-EBF9-4B09-4AD6-482F96A6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31C62-83A1-15C3-1150-30A13B79A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29E3E-4334-4C6F-934D-72ED8AF0A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200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33CA56-F850-3F2C-89F7-66D1FEC338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549E2-B744-C3C3-D0B2-31911AA20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3F567-EEC3-FC64-E88A-834773A7D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3E2F-EE18-4662-84E9-56F9E08A1999}" type="datetimeFigureOut">
              <a:rPr lang="en-IN" smtClean="0"/>
              <a:t>04-06-2024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D50DF-6B77-D88E-3297-67F81627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01569-E342-9E0E-A4EE-F53FA2313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29E3E-4334-4C6F-934D-72ED8AF0A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38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C2C8D0-F64B-C292-640F-5C18AAD13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D6CF9-4B1E-ACB1-905B-29422F9F0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D7971-44D5-7F01-7A93-D048503339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93E2F-EE18-4662-84E9-56F9E08A1999}" type="datetimeFigureOut">
              <a:rPr lang="en-IN" smtClean="0"/>
              <a:t>04-06-2024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55C74-04C6-E13F-F347-5D453C6CAF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F757E-B535-6547-D51E-B289654A0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29E3E-4334-4C6F-934D-72ED8AF0A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358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E8B245-280C-095F-9D20-AF99AAAF6F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Palatino Linotype" panose="02040502050505030304" pitchFamily="18" charset="0"/>
              </a:rPr>
              <a:t>Binary Tree Traversal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5BF8FDF-1CDE-E45D-DADD-3A7FBC1D72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Palatino Linotype" panose="02040502050505030304" pitchFamily="18" charset="0"/>
              </a:rPr>
              <a:t>Pre-Order</a:t>
            </a:r>
          </a:p>
        </p:txBody>
      </p:sp>
    </p:spTree>
    <p:extLst>
      <p:ext uri="{BB962C8B-B14F-4D97-AF65-F5344CB8AC3E}">
        <p14:creationId xmlns:p14="http://schemas.microsoft.com/office/powerpoint/2010/main" val="2202340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EA26F6-5871-1429-6CBA-FD431B6E5BA5}"/>
              </a:ext>
            </a:extLst>
          </p:cNvPr>
          <p:cNvSpPr txBox="1"/>
          <p:nvPr/>
        </p:nvSpPr>
        <p:spPr>
          <a:xfrm>
            <a:off x="855985" y="2575444"/>
            <a:ext cx="48543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void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BTNode</a:t>
            </a:r>
            <a:r>
              <a:rPr lang="en-IN" dirty="0">
                <a:latin typeface="Palatino Linotype" panose="02040502050505030304" pitchFamily="18" charset="0"/>
              </a:rPr>
              <a:t> root)    </a:t>
            </a:r>
            <a:r>
              <a:rPr lang="en-IN" b="1" dirty="0">
                <a:latin typeface="Palatino Linotype" panose="02040502050505030304" pitchFamily="18" charset="0"/>
              </a:rPr>
              <a:t>root = 33</a:t>
            </a:r>
          </a:p>
          <a:p>
            <a:r>
              <a:rPr lang="en-IN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if(root == NULL)  return;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print </a:t>
            </a:r>
            <a:r>
              <a:rPr lang="en-IN" dirty="0" err="1">
                <a:latin typeface="Palatino Linotype" panose="02040502050505030304" pitchFamily="18" charset="0"/>
              </a:rPr>
              <a:t>root.data</a:t>
            </a:r>
            <a:r>
              <a:rPr lang="en-IN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root.left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root.right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6D2E4-5E19-0AA9-5B9F-814A6CF91DD8}"/>
              </a:ext>
            </a:extLst>
          </p:cNvPr>
          <p:cNvSpPr/>
          <p:nvPr/>
        </p:nvSpPr>
        <p:spPr>
          <a:xfrm>
            <a:off x="6587411" y="2407298"/>
            <a:ext cx="1782147" cy="42640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28575">
                <a:solidFill>
                  <a:schemeClr val="tx1"/>
                </a:solidFill>
              </a:ln>
              <a:latin typeface="Palatino Linotype" panose="0204050205050503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3EDCA-E783-E605-E8B2-7977CDA63613}"/>
              </a:ext>
            </a:extLst>
          </p:cNvPr>
          <p:cNvCxnSpPr>
            <a:cxnSpLocks/>
          </p:cNvCxnSpPr>
          <p:nvPr/>
        </p:nvCxnSpPr>
        <p:spPr>
          <a:xfrm>
            <a:off x="6587411" y="597159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061069-BC3A-9E4F-AD83-2EC6B5CA73A9}"/>
              </a:ext>
            </a:extLst>
          </p:cNvPr>
          <p:cNvSpPr txBox="1"/>
          <p:nvPr/>
        </p:nvSpPr>
        <p:spPr>
          <a:xfrm>
            <a:off x="7347855" y="611466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709C7-A56D-AA3E-F8DA-D0E685C63C19}"/>
              </a:ext>
            </a:extLst>
          </p:cNvPr>
          <p:cNvSpPr txBox="1"/>
          <p:nvPr/>
        </p:nvSpPr>
        <p:spPr>
          <a:xfrm>
            <a:off x="6666721" y="613488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8B6AC7-7400-4FC0-D24E-534393F4E671}"/>
              </a:ext>
            </a:extLst>
          </p:cNvPr>
          <p:cNvCxnSpPr>
            <a:cxnSpLocks/>
          </p:cNvCxnSpPr>
          <p:nvPr/>
        </p:nvCxnSpPr>
        <p:spPr>
          <a:xfrm>
            <a:off x="6587411" y="529707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9D5134-27C4-2ACA-9E97-89B4E965325B}"/>
              </a:ext>
            </a:extLst>
          </p:cNvPr>
          <p:cNvSpPr txBox="1"/>
          <p:nvPr/>
        </p:nvSpPr>
        <p:spPr>
          <a:xfrm>
            <a:off x="5739102" y="6134880"/>
            <a:ext cx="84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main( 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07EF59-5979-D7E6-94E9-2A1A8F91E08E}"/>
              </a:ext>
            </a:extLst>
          </p:cNvPr>
          <p:cNvSpPr txBox="1"/>
          <p:nvPr/>
        </p:nvSpPr>
        <p:spPr>
          <a:xfrm>
            <a:off x="5075854" y="5297072"/>
            <a:ext cx="172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( 33)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E4830C3-A0B6-8129-79D6-97E080C8C055}"/>
              </a:ext>
            </a:extLst>
          </p:cNvPr>
          <p:cNvCxnSpPr>
            <a:cxnSpLocks/>
          </p:cNvCxnSpPr>
          <p:nvPr/>
        </p:nvCxnSpPr>
        <p:spPr>
          <a:xfrm>
            <a:off x="3278776" y="3872204"/>
            <a:ext cx="3355288" cy="182782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7184510-61FB-8B1B-B8CE-6C2552770462}"/>
              </a:ext>
            </a:extLst>
          </p:cNvPr>
          <p:cNvSpPr txBox="1"/>
          <p:nvPr/>
        </p:nvSpPr>
        <p:spPr>
          <a:xfrm>
            <a:off x="855985" y="1496009"/>
            <a:ext cx="2960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Palatino Linotype" panose="02040502050505030304" pitchFamily="18" charset="0"/>
              </a:rPr>
              <a:t>First Call from main()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1570A6-E136-60CE-A1FD-EDEE6059BD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63"/>
          <a:stretch/>
        </p:blipFill>
        <p:spPr>
          <a:xfrm>
            <a:off x="8913225" y="0"/>
            <a:ext cx="3128549" cy="26171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D6605A-2F6D-E9F7-F5E8-60E9072E2062}"/>
              </a:ext>
            </a:extLst>
          </p:cNvPr>
          <p:cNvSpPr txBox="1"/>
          <p:nvPr/>
        </p:nvSpPr>
        <p:spPr>
          <a:xfrm>
            <a:off x="7347855" y="541195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D1801-52EA-98E7-55F5-91677B852B0F}"/>
              </a:ext>
            </a:extLst>
          </p:cNvPr>
          <p:cNvSpPr txBox="1"/>
          <p:nvPr/>
        </p:nvSpPr>
        <p:spPr>
          <a:xfrm>
            <a:off x="6666721" y="543216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F9C627-1F5B-AF1E-8C0E-FA26732785D1}"/>
              </a:ext>
            </a:extLst>
          </p:cNvPr>
          <p:cNvSpPr txBox="1"/>
          <p:nvPr/>
        </p:nvSpPr>
        <p:spPr>
          <a:xfrm>
            <a:off x="307910" y="566640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Output:  33</a:t>
            </a:r>
          </a:p>
        </p:txBody>
      </p:sp>
    </p:spTree>
    <p:extLst>
      <p:ext uri="{BB962C8B-B14F-4D97-AF65-F5344CB8AC3E}">
        <p14:creationId xmlns:p14="http://schemas.microsoft.com/office/powerpoint/2010/main" val="1031293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EA26F6-5871-1429-6CBA-FD431B6E5BA5}"/>
              </a:ext>
            </a:extLst>
          </p:cNvPr>
          <p:cNvSpPr txBox="1"/>
          <p:nvPr/>
        </p:nvSpPr>
        <p:spPr>
          <a:xfrm>
            <a:off x="855985" y="2575444"/>
            <a:ext cx="48543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void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BTNode</a:t>
            </a:r>
            <a:r>
              <a:rPr lang="en-IN" dirty="0">
                <a:latin typeface="Palatino Linotype" panose="02040502050505030304" pitchFamily="18" charset="0"/>
              </a:rPr>
              <a:t> root)    </a:t>
            </a:r>
            <a:r>
              <a:rPr lang="en-IN" b="1" dirty="0">
                <a:latin typeface="Palatino Linotype" panose="02040502050505030304" pitchFamily="18" charset="0"/>
              </a:rPr>
              <a:t>root = 21</a:t>
            </a:r>
          </a:p>
          <a:p>
            <a:r>
              <a:rPr lang="en-IN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if(root == NULL)  return;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print </a:t>
            </a:r>
            <a:r>
              <a:rPr lang="en-IN" dirty="0" err="1">
                <a:latin typeface="Palatino Linotype" panose="02040502050505030304" pitchFamily="18" charset="0"/>
              </a:rPr>
              <a:t>root.data</a:t>
            </a:r>
            <a:r>
              <a:rPr lang="en-IN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root.left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root.right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6D2E4-5E19-0AA9-5B9F-814A6CF91DD8}"/>
              </a:ext>
            </a:extLst>
          </p:cNvPr>
          <p:cNvSpPr/>
          <p:nvPr/>
        </p:nvSpPr>
        <p:spPr>
          <a:xfrm>
            <a:off x="6587411" y="2407298"/>
            <a:ext cx="1782147" cy="42640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28575">
                <a:solidFill>
                  <a:schemeClr val="tx1"/>
                </a:solidFill>
              </a:ln>
              <a:latin typeface="Palatino Linotype" panose="0204050205050503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3EDCA-E783-E605-E8B2-7977CDA63613}"/>
              </a:ext>
            </a:extLst>
          </p:cNvPr>
          <p:cNvCxnSpPr>
            <a:cxnSpLocks/>
          </p:cNvCxnSpPr>
          <p:nvPr/>
        </p:nvCxnSpPr>
        <p:spPr>
          <a:xfrm>
            <a:off x="6587411" y="597159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061069-BC3A-9E4F-AD83-2EC6B5CA73A9}"/>
              </a:ext>
            </a:extLst>
          </p:cNvPr>
          <p:cNvSpPr txBox="1"/>
          <p:nvPr/>
        </p:nvSpPr>
        <p:spPr>
          <a:xfrm>
            <a:off x="7347855" y="611466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709C7-A56D-AA3E-F8DA-D0E685C63C19}"/>
              </a:ext>
            </a:extLst>
          </p:cNvPr>
          <p:cNvSpPr txBox="1"/>
          <p:nvPr/>
        </p:nvSpPr>
        <p:spPr>
          <a:xfrm>
            <a:off x="6666721" y="613488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8B6AC7-7400-4FC0-D24E-534393F4E671}"/>
              </a:ext>
            </a:extLst>
          </p:cNvPr>
          <p:cNvCxnSpPr>
            <a:cxnSpLocks/>
          </p:cNvCxnSpPr>
          <p:nvPr/>
        </p:nvCxnSpPr>
        <p:spPr>
          <a:xfrm>
            <a:off x="6587411" y="529707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9D5134-27C4-2ACA-9E97-89B4E965325B}"/>
              </a:ext>
            </a:extLst>
          </p:cNvPr>
          <p:cNvSpPr txBox="1"/>
          <p:nvPr/>
        </p:nvSpPr>
        <p:spPr>
          <a:xfrm>
            <a:off x="5421086" y="6134880"/>
            <a:ext cx="116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main( 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07EF59-5979-D7E6-94E9-2A1A8F91E08E}"/>
              </a:ext>
            </a:extLst>
          </p:cNvPr>
          <p:cNvSpPr txBox="1"/>
          <p:nvPr/>
        </p:nvSpPr>
        <p:spPr>
          <a:xfrm>
            <a:off x="5125456" y="5481738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(33)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E4830C3-A0B6-8129-79D6-97E080C8C055}"/>
              </a:ext>
            </a:extLst>
          </p:cNvPr>
          <p:cNvCxnSpPr>
            <a:cxnSpLocks/>
          </p:cNvCxnSpPr>
          <p:nvPr/>
        </p:nvCxnSpPr>
        <p:spPr>
          <a:xfrm>
            <a:off x="3209731" y="3872204"/>
            <a:ext cx="3377680" cy="1114524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21570A6-E136-60CE-A1FD-EDEE6059BD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63"/>
          <a:stretch/>
        </p:blipFill>
        <p:spPr>
          <a:xfrm>
            <a:off x="8913225" y="0"/>
            <a:ext cx="3128549" cy="26171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D6605A-2F6D-E9F7-F5E8-60E9072E2062}"/>
              </a:ext>
            </a:extLst>
          </p:cNvPr>
          <p:cNvSpPr txBox="1"/>
          <p:nvPr/>
        </p:nvSpPr>
        <p:spPr>
          <a:xfrm>
            <a:off x="7347855" y="541195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D1801-52EA-98E7-55F5-91677B852B0F}"/>
              </a:ext>
            </a:extLst>
          </p:cNvPr>
          <p:cNvSpPr txBox="1"/>
          <p:nvPr/>
        </p:nvSpPr>
        <p:spPr>
          <a:xfrm>
            <a:off x="6666721" y="543216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F9C627-1F5B-AF1E-8C0E-FA26732785D1}"/>
              </a:ext>
            </a:extLst>
          </p:cNvPr>
          <p:cNvSpPr txBox="1"/>
          <p:nvPr/>
        </p:nvSpPr>
        <p:spPr>
          <a:xfrm>
            <a:off x="307909" y="5666404"/>
            <a:ext cx="333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Output:  33  21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29FC6E-E127-8492-50A1-0BAAF3772990}"/>
              </a:ext>
            </a:extLst>
          </p:cNvPr>
          <p:cNvCxnSpPr>
            <a:cxnSpLocks/>
          </p:cNvCxnSpPr>
          <p:nvPr/>
        </p:nvCxnSpPr>
        <p:spPr>
          <a:xfrm>
            <a:off x="6587411" y="4749676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DA73FC-8871-658A-7C88-CFA7E81A2E4C}"/>
              </a:ext>
            </a:extLst>
          </p:cNvPr>
          <p:cNvSpPr txBox="1"/>
          <p:nvPr/>
        </p:nvSpPr>
        <p:spPr>
          <a:xfrm>
            <a:off x="7427165" y="484434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33ADE-6C4D-4C35-371B-FDF7A47D1691}"/>
              </a:ext>
            </a:extLst>
          </p:cNvPr>
          <p:cNvSpPr txBox="1"/>
          <p:nvPr/>
        </p:nvSpPr>
        <p:spPr>
          <a:xfrm>
            <a:off x="6746031" y="486455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55A92-3349-C4BB-8934-FC579CC968B6}"/>
              </a:ext>
            </a:extLst>
          </p:cNvPr>
          <p:cNvSpPr txBox="1"/>
          <p:nvPr/>
        </p:nvSpPr>
        <p:spPr>
          <a:xfrm>
            <a:off x="5075852" y="4908177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(21)</a:t>
            </a:r>
          </a:p>
        </p:txBody>
      </p:sp>
    </p:spTree>
    <p:extLst>
      <p:ext uri="{BB962C8B-B14F-4D97-AF65-F5344CB8AC3E}">
        <p14:creationId xmlns:p14="http://schemas.microsoft.com/office/powerpoint/2010/main" val="3484175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EA26F6-5871-1429-6CBA-FD431B6E5BA5}"/>
              </a:ext>
            </a:extLst>
          </p:cNvPr>
          <p:cNvSpPr txBox="1"/>
          <p:nvPr/>
        </p:nvSpPr>
        <p:spPr>
          <a:xfrm>
            <a:off x="855985" y="2575444"/>
            <a:ext cx="48543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void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BTNode</a:t>
            </a:r>
            <a:r>
              <a:rPr lang="en-IN" dirty="0">
                <a:latin typeface="Palatino Linotype" panose="02040502050505030304" pitchFamily="18" charset="0"/>
              </a:rPr>
              <a:t> root)    </a:t>
            </a:r>
            <a:r>
              <a:rPr lang="en-IN" b="1" dirty="0">
                <a:latin typeface="Palatino Linotype" panose="02040502050505030304" pitchFamily="18" charset="0"/>
              </a:rPr>
              <a:t>root = 20</a:t>
            </a:r>
          </a:p>
          <a:p>
            <a:r>
              <a:rPr lang="en-IN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if(root == NULL)  return;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print </a:t>
            </a:r>
            <a:r>
              <a:rPr lang="en-IN" dirty="0" err="1">
                <a:latin typeface="Palatino Linotype" panose="02040502050505030304" pitchFamily="18" charset="0"/>
              </a:rPr>
              <a:t>root.data</a:t>
            </a:r>
            <a:r>
              <a:rPr lang="en-IN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root.left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root.right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6D2E4-5E19-0AA9-5B9F-814A6CF91DD8}"/>
              </a:ext>
            </a:extLst>
          </p:cNvPr>
          <p:cNvSpPr/>
          <p:nvPr/>
        </p:nvSpPr>
        <p:spPr>
          <a:xfrm>
            <a:off x="6587411" y="2407298"/>
            <a:ext cx="1782147" cy="42640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28575">
                <a:solidFill>
                  <a:schemeClr val="tx1"/>
                </a:solidFill>
              </a:ln>
              <a:latin typeface="Palatino Linotype" panose="0204050205050503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3EDCA-E783-E605-E8B2-7977CDA63613}"/>
              </a:ext>
            </a:extLst>
          </p:cNvPr>
          <p:cNvCxnSpPr>
            <a:cxnSpLocks/>
          </p:cNvCxnSpPr>
          <p:nvPr/>
        </p:nvCxnSpPr>
        <p:spPr>
          <a:xfrm>
            <a:off x="6587411" y="597159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061069-BC3A-9E4F-AD83-2EC6B5CA73A9}"/>
              </a:ext>
            </a:extLst>
          </p:cNvPr>
          <p:cNvSpPr txBox="1"/>
          <p:nvPr/>
        </p:nvSpPr>
        <p:spPr>
          <a:xfrm>
            <a:off x="7347855" y="611466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709C7-A56D-AA3E-F8DA-D0E685C63C19}"/>
              </a:ext>
            </a:extLst>
          </p:cNvPr>
          <p:cNvSpPr txBox="1"/>
          <p:nvPr/>
        </p:nvSpPr>
        <p:spPr>
          <a:xfrm>
            <a:off x="6666721" y="613488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8B6AC7-7400-4FC0-D24E-534393F4E671}"/>
              </a:ext>
            </a:extLst>
          </p:cNvPr>
          <p:cNvCxnSpPr>
            <a:cxnSpLocks/>
          </p:cNvCxnSpPr>
          <p:nvPr/>
        </p:nvCxnSpPr>
        <p:spPr>
          <a:xfrm>
            <a:off x="6587411" y="529707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9D5134-27C4-2ACA-9E97-89B4E965325B}"/>
              </a:ext>
            </a:extLst>
          </p:cNvPr>
          <p:cNvSpPr txBox="1"/>
          <p:nvPr/>
        </p:nvSpPr>
        <p:spPr>
          <a:xfrm>
            <a:off x="5430416" y="6134880"/>
            <a:ext cx="1156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main( 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E4830C3-A0B6-8129-79D6-97E080C8C055}"/>
              </a:ext>
            </a:extLst>
          </p:cNvPr>
          <p:cNvCxnSpPr>
            <a:cxnSpLocks/>
          </p:cNvCxnSpPr>
          <p:nvPr/>
        </p:nvCxnSpPr>
        <p:spPr>
          <a:xfrm>
            <a:off x="3209731" y="3872204"/>
            <a:ext cx="3377680" cy="494523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21570A6-E136-60CE-A1FD-EDEE6059BD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63"/>
          <a:stretch/>
        </p:blipFill>
        <p:spPr>
          <a:xfrm>
            <a:off x="8913225" y="0"/>
            <a:ext cx="3128549" cy="26171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D6605A-2F6D-E9F7-F5E8-60E9072E2062}"/>
              </a:ext>
            </a:extLst>
          </p:cNvPr>
          <p:cNvSpPr txBox="1"/>
          <p:nvPr/>
        </p:nvSpPr>
        <p:spPr>
          <a:xfrm>
            <a:off x="7347855" y="541195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D1801-52EA-98E7-55F5-91677B852B0F}"/>
              </a:ext>
            </a:extLst>
          </p:cNvPr>
          <p:cNvSpPr txBox="1"/>
          <p:nvPr/>
        </p:nvSpPr>
        <p:spPr>
          <a:xfrm>
            <a:off x="6666721" y="543216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F9C627-1F5B-AF1E-8C0E-FA26732785D1}"/>
              </a:ext>
            </a:extLst>
          </p:cNvPr>
          <p:cNvSpPr txBox="1"/>
          <p:nvPr/>
        </p:nvSpPr>
        <p:spPr>
          <a:xfrm>
            <a:off x="307909" y="5666404"/>
            <a:ext cx="333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Output:  33  21  20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29FC6E-E127-8492-50A1-0BAAF3772990}"/>
              </a:ext>
            </a:extLst>
          </p:cNvPr>
          <p:cNvCxnSpPr>
            <a:cxnSpLocks/>
          </p:cNvCxnSpPr>
          <p:nvPr/>
        </p:nvCxnSpPr>
        <p:spPr>
          <a:xfrm>
            <a:off x="6587411" y="4749676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DA73FC-8871-658A-7C88-CFA7E81A2E4C}"/>
              </a:ext>
            </a:extLst>
          </p:cNvPr>
          <p:cNvSpPr txBox="1"/>
          <p:nvPr/>
        </p:nvSpPr>
        <p:spPr>
          <a:xfrm>
            <a:off x="7427165" y="484434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33ADE-6C4D-4C35-371B-FDF7A47D1691}"/>
              </a:ext>
            </a:extLst>
          </p:cNvPr>
          <p:cNvSpPr txBox="1"/>
          <p:nvPr/>
        </p:nvSpPr>
        <p:spPr>
          <a:xfrm>
            <a:off x="6746031" y="486455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C67C79-BD77-38F4-143C-2AFD9040EA3C}"/>
              </a:ext>
            </a:extLst>
          </p:cNvPr>
          <p:cNvCxnSpPr>
            <a:cxnSpLocks/>
          </p:cNvCxnSpPr>
          <p:nvPr/>
        </p:nvCxnSpPr>
        <p:spPr>
          <a:xfrm>
            <a:off x="6587411" y="4164000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8AB0841-8F75-BD89-EDCF-A2A58D76629B}"/>
              </a:ext>
            </a:extLst>
          </p:cNvPr>
          <p:cNvSpPr txBox="1"/>
          <p:nvPr/>
        </p:nvSpPr>
        <p:spPr>
          <a:xfrm>
            <a:off x="7427165" y="4258669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720E7C-AAC1-7A9A-E0B7-7E3AE784DA34}"/>
              </a:ext>
            </a:extLst>
          </p:cNvPr>
          <p:cNvSpPr txBox="1"/>
          <p:nvPr/>
        </p:nvSpPr>
        <p:spPr>
          <a:xfrm>
            <a:off x="6746031" y="4278883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206440-8F73-7DDC-A3FF-2F5F5BAE0B40}"/>
              </a:ext>
            </a:extLst>
          </p:cNvPr>
          <p:cNvSpPr txBox="1"/>
          <p:nvPr/>
        </p:nvSpPr>
        <p:spPr>
          <a:xfrm>
            <a:off x="5125456" y="5481738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3AC5B2-EEC7-AFAD-22F5-24A55311FF24}"/>
              </a:ext>
            </a:extLst>
          </p:cNvPr>
          <p:cNvSpPr txBox="1"/>
          <p:nvPr/>
        </p:nvSpPr>
        <p:spPr>
          <a:xfrm>
            <a:off x="5075852" y="4908177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(21)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33FB26-3551-4193-900D-CFC6FE49B5BB}"/>
              </a:ext>
            </a:extLst>
          </p:cNvPr>
          <p:cNvSpPr txBox="1"/>
          <p:nvPr/>
        </p:nvSpPr>
        <p:spPr>
          <a:xfrm>
            <a:off x="5075852" y="4399405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(20)</a:t>
            </a:r>
          </a:p>
        </p:txBody>
      </p:sp>
    </p:spTree>
    <p:extLst>
      <p:ext uri="{BB962C8B-B14F-4D97-AF65-F5344CB8AC3E}">
        <p14:creationId xmlns:p14="http://schemas.microsoft.com/office/powerpoint/2010/main" val="3442906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EA26F6-5871-1429-6CBA-FD431B6E5BA5}"/>
              </a:ext>
            </a:extLst>
          </p:cNvPr>
          <p:cNvSpPr txBox="1"/>
          <p:nvPr/>
        </p:nvSpPr>
        <p:spPr>
          <a:xfrm>
            <a:off x="855985" y="2575444"/>
            <a:ext cx="48543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void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BTNode</a:t>
            </a:r>
            <a:r>
              <a:rPr lang="en-IN" dirty="0">
                <a:latin typeface="Palatino Linotype" panose="02040502050505030304" pitchFamily="18" charset="0"/>
              </a:rPr>
              <a:t> root)    </a:t>
            </a:r>
            <a:r>
              <a:rPr lang="en-IN" b="1" dirty="0">
                <a:latin typeface="Palatino Linotype" panose="02040502050505030304" pitchFamily="18" charset="0"/>
              </a:rPr>
              <a:t>root = null</a:t>
            </a:r>
          </a:p>
          <a:p>
            <a:r>
              <a:rPr lang="en-IN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if(root == NULL)  return;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print </a:t>
            </a:r>
            <a:r>
              <a:rPr lang="en-IN" dirty="0" err="1">
                <a:latin typeface="Palatino Linotype" panose="02040502050505030304" pitchFamily="18" charset="0"/>
              </a:rPr>
              <a:t>root.data</a:t>
            </a:r>
            <a:r>
              <a:rPr lang="en-IN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root.left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root.right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6D2E4-5E19-0AA9-5B9F-814A6CF91DD8}"/>
              </a:ext>
            </a:extLst>
          </p:cNvPr>
          <p:cNvSpPr/>
          <p:nvPr/>
        </p:nvSpPr>
        <p:spPr>
          <a:xfrm>
            <a:off x="6587411" y="2407298"/>
            <a:ext cx="1782147" cy="42640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28575">
                <a:solidFill>
                  <a:schemeClr val="tx1"/>
                </a:solidFill>
              </a:ln>
              <a:latin typeface="Palatino Linotype" panose="0204050205050503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3EDCA-E783-E605-E8B2-7977CDA63613}"/>
              </a:ext>
            </a:extLst>
          </p:cNvPr>
          <p:cNvCxnSpPr>
            <a:cxnSpLocks/>
          </p:cNvCxnSpPr>
          <p:nvPr/>
        </p:nvCxnSpPr>
        <p:spPr>
          <a:xfrm>
            <a:off x="6587411" y="597159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061069-BC3A-9E4F-AD83-2EC6B5CA73A9}"/>
              </a:ext>
            </a:extLst>
          </p:cNvPr>
          <p:cNvSpPr txBox="1"/>
          <p:nvPr/>
        </p:nvSpPr>
        <p:spPr>
          <a:xfrm>
            <a:off x="7347855" y="611466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709C7-A56D-AA3E-F8DA-D0E685C63C19}"/>
              </a:ext>
            </a:extLst>
          </p:cNvPr>
          <p:cNvSpPr txBox="1"/>
          <p:nvPr/>
        </p:nvSpPr>
        <p:spPr>
          <a:xfrm>
            <a:off x="6666721" y="613488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8B6AC7-7400-4FC0-D24E-534393F4E671}"/>
              </a:ext>
            </a:extLst>
          </p:cNvPr>
          <p:cNvCxnSpPr>
            <a:cxnSpLocks/>
          </p:cNvCxnSpPr>
          <p:nvPr/>
        </p:nvCxnSpPr>
        <p:spPr>
          <a:xfrm>
            <a:off x="6587411" y="529707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9D5134-27C4-2ACA-9E97-89B4E965325B}"/>
              </a:ext>
            </a:extLst>
          </p:cNvPr>
          <p:cNvSpPr txBox="1"/>
          <p:nvPr/>
        </p:nvSpPr>
        <p:spPr>
          <a:xfrm>
            <a:off x="5565708" y="6134880"/>
            <a:ext cx="102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main( 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E4830C3-A0B6-8129-79D6-97E080C8C055}"/>
              </a:ext>
            </a:extLst>
          </p:cNvPr>
          <p:cNvCxnSpPr>
            <a:cxnSpLocks/>
          </p:cNvCxnSpPr>
          <p:nvPr/>
        </p:nvCxnSpPr>
        <p:spPr>
          <a:xfrm>
            <a:off x="3209731" y="3872204"/>
            <a:ext cx="3377680" cy="1270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21570A6-E136-60CE-A1FD-EDEE6059BD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63"/>
          <a:stretch/>
        </p:blipFill>
        <p:spPr>
          <a:xfrm>
            <a:off x="8913225" y="0"/>
            <a:ext cx="3128549" cy="26171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D6605A-2F6D-E9F7-F5E8-60E9072E2062}"/>
              </a:ext>
            </a:extLst>
          </p:cNvPr>
          <p:cNvSpPr txBox="1"/>
          <p:nvPr/>
        </p:nvSpPr>
        <p:spPr>
          <a:xfrm>
            <a:off x="7347855" y="541195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D1801-52EA-98E7-55F5-91677B852B0F}"/>
              </a:ext>
            </a:extLst>
          </p:cNvPr>
          <p:cNvSpPr txBox="1"/>
          <p:nvPr/>
        </p:nvSpPr>
        <p:spPr>
          <a:xfrm>
            <a:off x="6666721" y="543216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F9C627-1F5B-AF1E-8C0E-FA26732785D1}"/>
              </a:ext>
            </a:extLst>
          </p:cNvPr>
          <p:cNvSpPr txBox="1"/>
          <p:nvPr/>
        </p:nvSpPr>
        <p:spPr>
          <a:xfrm>
            <a:off x="307909" y="5666404"/>
            <a:ext cx="333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Output:  33  21  20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29FC6E-E127-8492-50A1-0BAAF3772990}"/>
              </a:ext>
            </a:extLst>
          </p:cNvPr>
          <p:cNvCxnSpPr>
            <a:cxnSpLocks/>
          </p:cNvCxnSpPr>
          <p:nvPr/>
        </p:nvCxnSpPr>
        <p:spPr>
          <a:xfrm>
            <a:off x="6587411" y="4749676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DA73FC-8871-658A-7C88-CFA7E81A2E4C}"/>
              </a:ext>
            </a:extLst>
          </p:cNvPr>
          <p:cNvSpPr txBox="1"/>
          <p:nvPr/>
        </p:nvSpPr>
        <p:spPr>
          <a:xfrm>
            <a:off x="7427165" y="484434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33ADE-6C4D-4C35-371B-FDF7A47D1691}"/>
              </a:ext>
            </a:extLst>
          </p:cNvPr>
          <p:cNvSpPr txBox="1"/>
          <p:nvPr/>
        </p:nvSpPr>
        <p:spPr>
          <a:xfrm>
            <a:off x="6746031" y="486455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C67C79-BD77-38F4-143C-2AFD9040EA3C}"/>
              </a:ext>
            </a:extLst>
          </p:cNvPr>
          <p:cNvCxnSpPr>
            <a:cxnSpLocks/>
          </p:cNvCxnSpPr>
          <p:nvPr/>
        </p:nvCxnSpPr>
        <p:spPr>
          <a:xfrm>
            <a:off x="6587411" y="4164000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8AB0841-8F75-BD89-EDCF-A2A58D76629B}"/>
              </a:ext>
            </a:extLst>
          </p:cNvPr>
          <p:cNvSpPr txBox="1"/>
          <p:nvPr/>
        </p:nvSpPr>
        <p:spPr>
          <a:xfrm>
            <a:off x="7427165" y="4258669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720E7C-AAC1-7A9A-E0B7-7E3AE784DA34}"/>
              </a:ext>
            </a:extLst>
          </p:cNvPr>
          <p:cNvSpPr txBox="1"/>
          <p:nvPr/>
        </p:nvSpPr>
        <p:spPr>
          <a:xfrm>
            <a:off x="6746031" y="4278883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206440-8F73-7DDC-A3FF-2F5F5BAE0B40}"/>
              </a:ext>
            </a:extLst>
          </p:cNvPr>
          <p:cNvSpPr txBox="1"/>
          <p:nvPr/>
        </p:nvSpPr>
        <p:spPr>
          <a:xfrm>
            <a:off x="5125456" y="5481738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3AC5B2-EEC7-AFAD-22F5-24A55311FF24}"/>
              </a:ext>
            </a:extLst>
          </p:cNvPr>
          <p:cNvSpPr txBox="1"/>
          <p:nvPr/>
        </p:nvSpPr>
        <p:spPr>
          <a:xfrm>
            <a:off x="5075852" y="4908177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(21)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33FB26-3551-4193-900D-CFC6FE49B5BB}"/>
              </a:ext>
            </a:extLst>
          </p:cNvPr>
          <p:cNvSpPr txBox="1"/>
          <p:nvPr/>
        </p:nvSpPr>
        <p:spPr>
          <a:xfrm>
            <a:off x="5075852" y="4399405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(20)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ACFC8D-1CB5-3EBC-086B-8C74A48F0BCF}"/>
              </a:ext>
            </a:extLst>
          </p:cNvPr>
          <p:cNvCxnSpPr>
            <a:cxnSpLocks/>
          </p:cNvCxnSpPr>
          <p:nvPr/>
        </p:nvCxnSpPr>
        <p:spPr>
          <a:xfrm>
            <a:off x="6568751" y="3558687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2D88B2-6BC1-7155-EC00-41D9878E603F}"/>
              </a:ext>
            </a:extLst>
          </p:cNvPr>
          <p:cNvSpPr txBox="1"/>
          <p:nvPr/>
        </p:nvSpPr>
        <p:spPr>
          <a:xfrm>
            <a:off x="7408505" y="365335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3004DA-BCCD-FA39-DFAF-E9B90B80FA98}"/>
              </a:ext>
            </a:extLst>
          </p:cNvPr>
          <p:cNvSpPr txBox="1"/>
          <p:nvPr/>
        </p:nvSpPr>
        <p:spPr>
          <a:xfrm>
            <a:off x="6727371" y="367357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DD5BFF-787F-1BC9-442F-546B7B9D2DE4}"/>
              </a:ext>
            </a:extLst>
          </p:cNvPr>
          <p:cNvSpPr txBox="1"/>
          <p:nvPr/>
        </p:nvSpPr>
        <p:spPr>
          <a:xfrm>
            <a:off x="4870578" y="3794092"/>
            <a:ext cx="1856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(null)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3FC975-2F6D-BCA6-6745-9FBE6C88B1FB}"/>
              </a:ext>
            </a:extLst>
          </p:cNvPr>
          <p:cNvSpPr txBox="1"/>
          <p:nvPr/>
        </p:nvSpPr>
        <p:spPr>
          <a:xfrm>
            <a:off x="8509518" y="3687538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released</a:t>
            </a:r>
          </a:p>
        </p:txBody>
      </p:sp>
    </p:spTree>
    <p:extLst>
      <p:ext uri="{BB962C8B-B14F-4D97-AF65-F5344CB8AC3E}">
        <p14:creationId xmlns:p14="http://schemas.microsoft.com/office/powerpoint/2010/main" val="1713589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EA26F6-5871-1429-6CBA-FD431B6E5BA5}"/>
              </a:ext>
            </a:extLst>
          </p:cNvPr>
          <p:cNvSpPr txBox="1"/>
          <p:nvPr/>
        </p:nvSpPr>
        <p:spPr>
          <a:xfrm>
            <a:off x="855985" y="2575444"/>
            <a:ext cx="48543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void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BTNode</a:t>
            </a:r>
            <a:r>
              <a:rPr lang="en-IN" dirty="0">
                <a:latin typeface="Palatino Linotype" panose="02040502050505030304" pitchFamily="18" charset="0"/>
              </a:rPr>
              <a:t> root)    </a:t>
            </a:r>
            <a:r>
              <a:rPr lang="en-IN" b="1" dirty="0">
                <a:latin typeface="Palatino Linotype" panose="02040502050505030304" pitchFamily="18" charset="0"/>
              </a:rPr>
              <a:t>root = 20</a:t>
            </a:r>
          </a:p>
          <a:p>
            <a:r>
              <a:rPr lang="en-IN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if(root == NULL)  return;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print </a:t>
            </a:r>
            <a:r>
              <a:rPr lang="en-IN" dirty="0" err="1">
                <a:latin typeface="Palatino Linotype" panose="02040502050505030304" pitchFamily="18" charset="0"/>
              </a:rPr>
              <a:t>root.data</a:t>
            </a:r>
            <a:r>
              <a:rPr lang="en-IN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root.left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root.right</a:t>
            </a:r>
            <a:r>
              <a:rPr lang="en-IN" dirty="0">
                <a:latin typeface="Palatino Linotype" panose="02040502050505030304" pitchFamily="18" charset="0"/>
              </a:rPr>
              <a:t>); //returned to third call 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                                         </a:t>
            </a:r>
          </a:p>
          <a:p>
            <a:r>
              <a:rPr lang="en-IN" dirty="0"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6D2E4-5E19-0AA9-5B9F-814A6CF91DD8}"/>
              </a:ext>
            </a:extLst>
          </p:cNvPr>
          <p:cNvSpPr/>
          <p:nvPr/>
        </p:nvSpPr>
        <p:spPr>
          <a:xfrm>
            <a:off x="6587411" y="2407298"/>
            <a:ext cx="1782147" cy="42640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28575">
                <a:solidFill>
                  <a:schemeClr val="tx1"/>
                </a:solidFill>
              </a:ln>
              <a:latin typeface="Palatino Linotype" panose="0204050205050503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3EDCA-E783-E605-E8B2-7977CDA63613}"/>
              </a:ext>
            </a:extLst>
          </p:cNvPr>
          <p:cNvCxnSpPr>
            <a:cxnSpLocks/>
          </p:cNvCxnSpPr>
          <p:nvPr/>
        </p:nvCxnSpPr>
        <p:spPr>
          <a:xfrm>
            <a:off x="6587411" y="597159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061069-BC3A-9E4F-AD83-2EC6B5CA73A9}"/>
              </a:ext>
            </a:extLst>
          </p:cNvPr>
          <p:cNvSpPr txBox="1"/>
          <p:nvPr/>
        </p:nvSpPr>
        <p:spPr>
          <a:xfrm>
            <a:off x="7347855" y="611466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709C7-A56D-AA3E-F8DA-D0E685C63C19}"/>
              </a:ext>
            </a:extLst>
          </p:cNvPr>
          <p:cNvSpPr txBox="1"/>
          <p:nvPr/>
        </p:nvSpPr>
        <p:spPr>
          <a:xfrm>
            <a:off x="6666721" y="613488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8B6AC7-7400-4FC0-D24E-534393F4E671}"/>
              </a:ext>
            </a:extLst>
          </p:cNvPr>
          <p:cNvCxnSpPr>
            <a:cxnSpLocks/>
          </p:cNvCxnSpPr>
          <p:nvPr/>
        </p:nvCxnSpPr>
        <p:spPr>
          <a:xfrm>
            <a:off x="6587411" y="529707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9D5134-27C4-2ACA-9E97-89B4E965325B}"/>
              </a:ext>
            </a:extLst>
          </p:cNvPr>
          <p:cNvSpPr txBox="1"/>
          <p:nvPr/>
        </p:nvSpPr>
        <p:spPr>
          <a:xfrm>
            <a:off x="5125456" y="6134880"/>
            <a:ext cx="146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main( 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1570A6-E136-60CE-A1FD-EDEE6059BD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63"/>
          <a:stretch/>
        </p:blipFill>
        <p:spPr>
          <a:xfrm>
            <a:off x="8913225" y="0"/>
            <a:ext cx="3128549" cy="26171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D6605A-2F6D-E9F7-F5E8-60E9072E2062}"/>
              </a:ext>
            </a:extLst>
          </p:cNvPr>
          <p:cNvSpPr txBox="1"/>
          <p:nvPr/>
        </p:nvSpPr>
        <p:spPr>
          <a:xfrm>
            <a:off x="7347855" y="541195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D1801-52EA-98E7-55F5-91677B852B0F}"/>
              </a:ext>
            </a:extLst>
          </p:cNvPr>
          <p:cNvSpPr txBox="1"/>
          <p:nvPr/>
        </p:nvSpPr>
        <p:spPr>
          <a:xfrm>
            <a:off x="6666721" y="543216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F9C627-1F5B-AF1E-8C0E-FA26732785D1}"/>
              </a:ext>
            </a:extLst>
          </p:cNvPr>
          <p:cNvSpPr txBox="1"/>
          <p:nvPr/>
        </p:nvSpPr>
        <p:spPr>
          <a:xfrm>
            <a:off x="307909" y="5666404"/>
            <a:ext cx="333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Output:  33  21  20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29FC6E-E127-8492-50A1-0BAAF3772990}"/>
              </a:ext>
            </a:extLst>
          </p:cNvPr>
          <p:cNvCxnSpPr>
            <a:cxnSpLocks/>
          </p:cNvCxnSpPr>
          <p:nvPr/>
        </p:nvCxnSpPr>
        <p:spPr>
          <a:xfrm>
            <a:off x="6587411" y="4749676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DA73FC-8871-658A-7C88-CFA7E81A2E4C}"/>
              </a:ext>
            </a:extLst>
          </p:cNvPr>
          <p:cNvSpPr txBox="1"/>
          <p:nvPr/>
        </p:nvSpPr>
        <p:spPr>
          <a:xfrm>
            <a:off x="7427165" y="484434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33ADE-6C4D-4C35-371B-FDF7A47D1691}"/>
              </a:ext>
            </a:extLst>
          </p:cNvPr>
          <p:cNvSpPr txBox="1"/>
          <p:nvPr/>
        </p:nvSpPr>
        <p:spPr>
          <a:xfrm>
            <a:off x="6746031" y="486455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C67C79-BD77-38F4-143C-2AFD9040EA3C}"/>
              </a:ext>
            </a:extLst>
          </p:cNvPr>
          <p:cNvCxnSpPr>
            <a:cxnSpLocks/>
          </p:cNvCxnSpPr>
          <p:nvPr/>
        </p:nvCxnSpPr>
        <p:spPr>
          <a:xfrm>
            <a:off x="6587411" y="4164000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8AB0841-8F75-BD89-EDCF-A2A58D76629B}"/>
              </a:ext>
            </a:extLst>
          </p:cNvPr>
          <p:cNvSpPr txBox="1"/>
          <p:nvPr/>
        </p:nvSpPr>
        <p:spPr>
          <a:xfrm>
            <a:off x="7427165" y="4258669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720E7C-AAC1-7A9A-E0B7-7E3AE784DA34}"/>
              </a:ext>
            </a:extLst>
          </p:cNvPr>
          <p:cNvSpPr txBox="1"/>
          <p:nvPr/>
        </p:nvSpPr>
        <p:spPr>
          <a:xfrm>
            <a:off x="6746031" y="4278883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206440-8F73-7DDC-A3FF-2F5F5BAE0B40}"/>
              </a:ext>
            </a:extLst>
          </p:cNvPr>
          <p:cNvSpPr txBox="1"/>
          <p:nvPr/>
        </p:nvSpPr>
        <p:spPr>
          <a:xfrm>
            <a:off x="5125456" y="5481738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3AC5B2-EEC7-AFAD-22F5-24A55311FF24}"/>
              </a:ext>
            </a:extLst>
          </p:cNvPr>
          <p:cNvSpPr txBox="1"/>
          <p:nvPr/>
        </p:nvSpPr>
        <p:spPr>
          <a:xfrm>
            <a:off x="5075852" y="4908177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(21)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33FB26-3551-4193-900D-CFC6FE49B5BB}"/>
              </a:ext>
            </a:extLst>
          </p:cNvPr>
          <p:cNvSpPr txBox="1"/>
          <p:nvPr/>
        </p:nvSpPr>
        <p:spPr>
          <a:xfrm>
            <a:off x="5075852" y="4399405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(20)</a:t>
            </a:r>
          </a:p>
        </p:txBody>
      </p:sp>
    </p:spTree>
    <p:extLst>
      <p:ext uri="{BB962C8B-B14F-4D97-AF65-F5344CB8AC3E}">
        <p14:creationId xmlns:p14="http://schemas.microsoft.com/office/powerpoint/2010/main" val="3866306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EA26F6-5871-1429-6CBA-FD431B6E5BA5}"/>
              </a:ext>
            </a:extLst>
          </p:cNvPr>
          <p:cNvSpPr txBox="1"/>
          <p:nvPr/>
        </p:nvSpPr>
        <p:spPr>
          <a:xfrm>
            <a:off x="855985" y="2575444"/>
            <a:ext cx="48543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void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BTNode</a:t>
            </a:r>
            <a:r>
              <a:rPr lang="en-IN" dirty="0">
                <a:latin typeface="Palatino Linotype" panose="02040502050505030304" pitchFamily="18" charset="0"/>
              </a:rPr>
              <a:t> root)  </a:t>
            </a:r>
            <a:r>
              <a:rPr lang="en-IN" b="1" dirty="0">
                <a:latin typeface="Palatino Linotype" panose="02040502050505030304" pitchFamily="18" charset="0"/>
              </a:rPr>
              <a:t> root = null</a:t>
            </a:r>
          </a:p>
          <a:p>
            <a:r>
              <a:rPr lang="en-IN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if(root == NULL)  return;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print </a:t>
            </a:r>
            <a:r>
              <a:rPr lang="en-IN" dirty="0" err="1">
                <a:latin typeface="Palatino Linotype" panose="02040502050505030304" pitchFamily="18" charset="0"/>
              </a:rPr>
              <a:t>root.data</a:t>
            </a:r>
            <a:r>
              <a:rPr lang="en-IN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root.left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root.right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6D2E4-5E19-0AA9-5B9F-814A6CF91DD8}"/>
              </a:ext>
            </a:extLst>
          </p:cNvPr>
          <p:cNvSpPr/>
          <p:nvPr/>
        </p:nvSpPr>
        <p:spPr>
          <a:xfrm>
            <a:off x="6587411" y="2407298"/>
            <a:ext cx="1782147" cy="42640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28575">
                <a:solidFill>
                  <a:schemeClr val="tx1"/>
                </a:solidFill>
              </a:ln>
              <a:latin typeface="Palatino Linotype" panose="0204050205050503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3EDCA-E783-E605-E8B2-7977CDA63613}"/>
              </a:ext>
            </a:extLst>
          </p:cNvPr>
          <p:cNvCxnSpPr>
            <a:cxnSpLocks/>
          </p:cNvCxnSpPr>
          <p:nvPr/>
        </p:nvCxnSpPr>
        <p:spPr>
          <a:xfrm>
            <a:off x="6587411" y="597159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061069-BC3A-9E4F-AD83-2EC6B5CA73A9}"/>
              </a:ext>
            </a:extLst>
          </p:cNvPr>
          <p:cNvSpPr txBox="1"/>
          <p:nvPr/>
        </p:nvSpPr>
        <p:spPr>
          <a:xfrm>
            <a:off x="7347855" y="611466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709C7-A56D-AA3E-F8DA-D0E685C63C19}"/>
              </a:ext>
            </a:extLst>
          </p:cNvPr>
          <p:cNvSpPr txBox="1"/>
          <p:nvPr/>
        </p:nvSpPr>
        <p:spPr>
          <a:xfrm>
            <a:off x="6666721" y="613488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8B6AC7-7400-4FC0-D24E-534393F4E671}"/>
              </a:ext>
            </a:extLst>
          </p:cNvPr>
          <p:cNvCxnSpPr>
            <a:cxnSpLocks/>
          </p:cNvCxnSpPr>
          <p:nvPr/>
        </p:nvCxnSpPr>
        <p:spPr>
          <a:xfrm>
            <a:off x="6587411" y="529707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9D5134-27C4-2ACA-9E97-89B4E965325B}"/>
              </a:ext>
            </a:extLst>
          </p:cNvPr>
          <p:cNvSpPr txBox="1"/>
          <p:nvPr/>
        </p:nvSpPr>
        <p:spPr>
          <a:xfrm>
            <a:off x="5374434" y="6134880"/>
            <a:ext cx="121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main( 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E4830C3-A0B6-8129-79D6-97E080C8C055}"/>
              </a:ext>
            </a:extLst>
          </p:cNvPr>
          <p:cNvCxnSpPr>
            <a:cxnSpLocks/>
          </p:cNvCxnSpPr>
          <p:nvPr/>
        </p:nvCxnSpPr>
        <p:spPr>
          <a:xfrm flipV="1">
            <a:off x="3209731" y="3839966"/>
            <a:ext cx="3359020" cy="33032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21570A6-E136-60CE-A1FD-EDEE6059BD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63"/>
          <a:stretch/>
        </p:blipFill>
        <p:spPr>
          <a:xfrm>
            <a:off x="8913225" y="0"/>
            <a:ext cx="3128549" cy="26171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D6605A-2F6D-E9F7-F5E8-60E9072E2062}"/>
              </a:ext>
            </a:extLst>
          </p:cNvPr>
          <p:cNvSpPr txBox="1"/>
          <p:nvPr/>
        </p:nvSpPr>
        <p:spPr>
          <a:xfrm>
            <a:off x="7347855" y="541195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D1801-52EA-98E7-55F5-91677B852B0F}"/>
              </a:ext>
            </a:extLst>
          </p:cNvPr>
          <p:cNvSpPr txBox="1"/>
          <p:nvPr/>
        </p:nvSpPr>
        <p:spPr>
          <a:xfrm>
            <a:off x="6666721" y="543216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F9C627-1F5B-AF1E-8C0E-FA26732785D1}"/>
              </a:ext>
            </a:extLst>
          </p:cNvPr>
          <p:cNvSpPr txBox="1"/>
          <p:nvPr/>
        </p:nvSpPr>
        <p:spPr>
          <a:xfrm>
            <a:off x="307909" y="5666404"/>
            <a:ext cx="333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Output:  33  21  20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29FC6E-E127-8492-50A1-0BAAF3772990}"/>
              </a:ext>
            </a:extLst>
          </p:cNvPr>
          <p:cNvCxnSpPr>
            <a:cxnSpLocks/>
          </p:cNvCxnSpPr>
          <p:nvPr/>
        </p:nvCxnSpPr>
        <p:spPr>
          <a:xfrm>
            <a:off x="6587411" y="4749676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DA73FC-8871-658A-7C88-CFA7E81A2E4C}"/>
              </a:ext>
            </a:extLst>
          </p:cNvPr>
          <p:cNvSpPr txBox="1"/>
          <p:nvPr/>
        </p:nvSpPr>
        <p:spPr>
          <a:xfrm>
            <a:off x="7427165" y="484434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33ADE-6C4D-4C35-371B-FDF7A47D1691}"/>
              </a:ext>
            </a:extLst>
          </p:cNvPr>
          <p:cNvSpPr txBox="1"/>
          <p:nvPr/>
        </p:nvSpPr>
        <p:spPr>
          <a:xfrm>
            <a:off x="6746031" y="486455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C67C79-BD77-38F4-143C-2AFD9040EA3C}"/>
              </a:ext>
            </a:extLst>
          </p:cNvPr>
          <p:cNvCxnSpPr>
            <a:cxnSpLocks/>
          </p:cNvCxnSpPr>
          <p:nvPr/>
        </p:nvCxnSpPr>
        <p:spPr>
          <a:xfrm>
            <a:off x="6587411" y="4164000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8AB0841-8F75-BD89-EDCF-A2A58D76629B}"/>
              </a:ext>
            </a:extLst>
          </p:cNvPr>
          <p:cNvSpPr txBox="1"/>
          <p:nvPr/>
        </p:nvSpPr>
        <p:spPr>
          <a:xfrm>
            <a:off x="7427165" y="4258669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720E7C-AAC1-7A9A-E0B7-7E3AE784DA34}"/>
              </a:ext>
            </a:extLst>
          </p:cNvPr>
          <p:cNvSpPr txBox="1"/>
          <p:nvPr/>
        </p:nvSpPr>
        <p:spPr>
          <a:xfrm>
            <a:off x="6746031" y="4278883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206440-8F73-7DDC-A3FF-2F5F5BAE0B40}"/>
              </a:ext>
            </a:extLst>
          </p:cNvPr>
          <p:cNvSpPr txBox="1"/>
          <p:nvPr/>
        </p:nvSpPr>
        <p:spPr>
          <a:xfrm>
            <a:off x="5125456" y="5481738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3AC5B2-EEC7-AFAD-22F5-24A55311FF24}"/>
              </a:ext>
            </a:extLst>
          </p:cNvPr>
          <p:cNvSpPr txBox="1"/>
          <p:nvPr/>
        </p:nvSpPr>
        <p:spPr>
          <a:xfrm>
            <a:off x="5075852" y="4908177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(21)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33FB26-3551-4193-900D-CFC6FE49B5BB}"/>
              </a:ext>
            </a:extLst>
          </p:cNvPr>
          <p:cNvSpPr txBox="1"/>
          <p:nvPr/>
        </p:nvSpPr>
        <p:spPr>
          <a:xfrm>
            <a:off x="5075852" y="4399405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(20)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ACFC8D-1CB5-3EBC-086B-8C74A48F0BCF}"/>
              </a:ext>
            </a:extLst>
          </p:cNvPr>
          <p:cNvCxnSpPr>
            <a:cxnSpLocks/>
          </p:cNvCxnSpPr>
          <p:nvPr/>
        </p:nvCxnSpPr>
        <p:spPr>
          <a:xfrm>
            <a:off x="6568751" y="3558687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2D88B2-6BC1-7155-EC00-41D9878E603F}"/>
              </a:ext>
            </a:extLst>
          </p:cNvPr>
          <p:cNvSpPr txBox="1"/>
          <p:nvPr/>
        </p:nvSpPr>
        <p:spPr>
          <a:xfrm>
            <a:off x="7408505" y="365335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3004DA-BCCD-FA39-DFAF-E9B90B80FA98}"/>
              </a:ext>
            </a:extLst>
          </p:cNvPr>
          <p:cNvSpPr txBox="1"/>
          <p:nvPr/>
        </p:nvSpPr>
        <p:spPr>
          <a:xfrm>
            <a:off x="6727371" y="367357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DD5BFF-787F-1BC9-442F-546B7B9D2DE4}"/>
              </a:ext>
            </a:extLst>
          </p:cNvPr>
          <p:cNvSpPr txBox="1"/>
          <p:nvPr/>
        </p:nvSpPr>
        <p:spPr>
          <a:xfrm>
            <a:off x="4870578" y="3794092"/>
            <a:ext cx="1856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(null)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3FC975-2F6D-BCA6-6745-9FBE6C88B1FB}"/>
              </a:ext>
            </a:extLst>
          </p:cNvPr>
          <p:cNvSpPr txBox="1"/>
          <p:nvPr/>
        </p:nvSpPr>
        <p:spPr>
          <a:xfrm>
            <a:off x="8509518" y="3687538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released</a:t>
            </a:r>
          </a:p>
        </p:txBody>
      </p:sp>
    </p:spTree>
    <p:extLst>
      <p:ext uri="{BB962C8B-B14F-4D97-AF65-F5344CB8AC3E}">
        <p14:creationId xmlns:p14="http://schemas.microsoft.com/office/powerpoint/2010/main" val="3697761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EA26F6-5871-1429-6CBA-FD431B6E5BA5}"/>
              </a:ext>
            </a:extLst>
          </p:cNvPr>
          <p:cNvSpPr txBox="1"/>
          <p:nvPr/>
        </p:nvSpPr>
        <p:spPr>
          <a:xfrm>
            <a:off x="855985" y="2575444"/>
            <a:ext cx="48543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void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BTNode</a:t>
            </a:r>
            <a:r>
              <a:rPr lang="en-IN" dirty="0">
                <a:latin typeface="Palatino Linotype" panose="02040502050505030304" pitchFamily="18" charset="0"/>
              </a:rPr>
              <a:t> root)     </a:t>
            </a:r>
            <a:r>
              <a:rPr lang="en-IN" b="1" dirty="0">
                <a:latin typeface="Palatino Linotype" panose="02040502050505030304" pitchFamily="18" charset="0"/>
              </a:rPr>
              <a:t>root = 20</a:t>
            </a:r>
          </a:p>
          <a:p>
            <a:r>
              <a:rPr lang="en-IN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if(root == NULL)  return;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print </a:t>
            </a:r>
            <a:r>
              <a:rPr lang="en-IN" dirty="0" err="1">
                <a:latin typeface="Palatino Linotype" panose="02040502050505030304" pitchFamily="18" charset="0"/>
              </a:rPr>
              <a:t>root.data</a:t>
            </a:r>
            <a:r>
              <a:rPr lang="en-IN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root.left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root.right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}                        // returned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6D2E4-5E19-0AA9-5B9F-814A6CF91DD8}"/>
              </a:ext>
            </a:extLst>
          </p:cNvPr>
          <p:cNvSpPr/>
          <p:nvPr/>
        </p:nvSpPr>
        <p:spPr>
          <a:xfrm>
            <a:off x="6587411" y="2407298"/>
            <a:ext cx="1782147" cy="42640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28575">
                <a:solidFill>
                  <a:schemeClr val="tx1"/>
                </a:solidFill>
              </a:ln>
              <a:latin typeface="Palatino Linotype" panose="0204050205050503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3EDCA-E783-E605-E8B2-7977CDA63613}"/>
              </a:ext>
            </a:extLst>
          </p:cNvPr>
          <p:cNvCxnSpPr>
            <a:cxnSpLocks/>
          </p:cNvCxnSpPr>
          <p:nvPr/>
        </p:nvCxnSpPr>
        <p:spPr>
          <a:xfrm>
            <a:off x="6587411" y="597159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061069-BC3A-9E4F-AD83-2EC6B5CA73A9}"/>
              </a:ext>
            </a:extLst>
          </p:cNvPr>
          <p:cNvSpPr txBox="1"/>
          <p:nvPr/>
        </p:nvSpPr>
        <p:spPr>
          <a:xfrm>
            <a:off x="7347855" y="611466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709C7-A56D-AA3E-F8DA-D0E685C63C19}"/>
              </a:ext>
            </a:extLst>
          </p:cNvPr>
          <p:cNvSpPr txBox="1"/>
          <p:nvPr/>
        </p:nvSpPr>
        <p:spPr>
          <a:xfrm>
            <a:off x="6666721" y="613488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8B6AC7-7400-4FC0-D24E-534393F4E671}"/>
              </a:ext>
            </a:extLst>
          </p:cNvPr>
          <p:cNvCxnSpPr>
            <a:cxnSpLocks/>
          </p:cNvCxnSpPr>
          <p:nvPr/>
        </p:nvCxnSpPr>
        <p:spPr>
          <a:xfrm>
            <a:off x="6587411" y="529707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9D5134-27C4-2ACA-9E97-89B4E965325B}"/>
              </a:ext>
            </a:extLst>
          </p:cNvPr>
          <p:cNvSpPr txBox="1"/>
          <p:nvPr/>
        </p:nvSpPr>
        <p:spPr>
          <a:xfrm>
            <a:off x="5525280" y="6134880"/>
            <a:ext cx="1062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main( 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1570A6-E136-60CE-A1FD-EDEE6059BD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63"/>
          <a:stretch/>
        </p:blipFill>
        <p:spPr>
          <a:xfrm>
            <a:off x="8913225" y="0"/>
            <a:ext cx="3128549" cy="26171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D6605A-2F6D-E9F7-F5E8-60E9072E2062}"/>
              </a:ext>
            </a:extLst>
          </p:cNvPr>
          <p:cNvSpPr txBox="1"/>
          <p:nvPr/>
        </p:nvSpPr>
        <p:spPr>
          <a:xfrm>
            <a:off x="7347855" y="541195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D1801-52EA-98E7-55F5-91677B852B0F}"/>
              </a:ext>
            </a:extLst>
          </p:cNvPr>
          <p:cNvSpPr txBox="1"/>
          <p:nvPr/>
        </p:nvSpPr>
        <p:spPr>
          <a:xfrm>
            <a:off x="6666721" y="543216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F9C627-1F5B-AF1E-8C0E-FA26732785D1}"/>
              </a:ext>
            </a:extLst>
          </p:cNvPr>
          <p:cNvSpPr txBox="1"/>
          <p:nvPr/>
        </p:nvSpPr>
        <p:spPr>
          <a:xfrm>
            <a:off x="307909" y="5666404"/>
            <a:ext cx="333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Output:  33  21  20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29FC6E-E127-8492-50A1-0BAAF3772990}"/>
              </a:ext>
            </a:extLst>
          </p:cNvPr>
          <p:cNvCxnSpPr>
            <a:cxnSpLocks/>
          </p:cNvCxnSpPr>
          <p:nvPr/>
        </p:nvCxnSpPr>
        <p:spPr>
          <a:xfrm>
            <a:off x="6587411" y="4749676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DA73FC-8871-658A-7C88-CFA7E81A2E4C}"/>
              </a:ext>
            </a:extLst>
          </p:cNvPr>
          <p:cNvSpPr txBox="1"/>
          <p:nvPr/>
        </p:nvSpPr>
        <p:spPr>
          <a:xfrm>
            <a:off x="7427165" y="484434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33ADE-6C4D-4C35-371B-FDF7A47D1691}"/>
              </a:ext>
            </a:extLst>
          </p:cNvPr>
          <p:cNvSpPr txBox="1"/>
          <p:nvPr/>
        </p:nvSpPr>
        <p:spPr>
          <a:xfrm>
            <a:off x="6746031" y="486455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C67C79-BD77-38F4-143C-2AFD9040EA3C}"/>
              </a:ext>
            </a:extLst>
          </p:cNvPr>
          <p:cNvCxnSpPr>
            <a:cxnSpLocks/>
          </p:cNvCxnSpPr>
          <p:nvPr/>
        </p:nvCxnSpPr>
        <p:spPr>
          <a:xfrm>
            <a:off x="6587411" y="4164000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8AB0841-8F75-BD89-EDCF-A2A58D76629B}"/>
              </a:ext>
            </a:extLst>
          </p:cNvPr>
          <p:cNvSpPr txBox="1"/>
          <p:nvPr/>
        </p:nvSpPr>
        <p:spPr>
          <a:xfrm>
            <a:off x="7427165" y="4258669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720E7C-AAC1-7A9A-E0B7-7E3AE784DA34}"/>
              </a:ext>
            </a:extLst>
          </p:cNvPr>
          <p:cNvSpPr txBox="1"/>
          <p:nvPr/>
        </p:nvSpPr>
        <p:spPr>
          <a:xfrm>
            <a:off x="6746031" y="4278883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206440-8F73-7DDC-A3FF-2F5F5BAE0B40}"/>
              </a:ext>
            </a:extLst>
          </p:cNvPr>
          <p:cNvSpPr txBox="1"/>
          <p:nvPr/>
        </p:nvSpPr>
        <p:spPr>
          <a:xfrm>
            <a:off x="5125456" y="5481738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3AC5B2-EEC7-AFAD-22F5-24A55311FF24}"/>
              </a:ext>
            </a:extLst>
          </p:cNvPr>
          <p:cNvSpPr txBox="1"/>
          <p:nvPr/>
        </p:nvSpPr>
        <p:spPr>
          <a:xfrm>
            <a:off x="5075852" y="4908177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(21)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33FB26-3551-4193-900D-CFC6FE49B5BB}"/>
              </a:ext>
            </a:extLst>
          </p:cNvPr>
          <p:cNvSpPr txBox="1"/>
          <p:nvPr/>
        </p:nvSpPr>
        <p:spPr>
          <a:xfrm>
            <a:off x="5075852" y="4399405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(20)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CF5FF-338C-9E70-576C-09C3917E24DC}"/>
              </a:ext>
            </a:extLst>
          </p:cNvPr>
          <p:cNvSpPr txBox="1"/>
          <p:nvPr/>
        </p:nvSpPr>
        <p:spPr>
          <a:xfrm>
            <a:off x="8565502" y="4399405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released</a:t>
            </a:r>
          </a:p>
        </p:txBody>
      </p:sp>
    </p:spTree>
    <p:extLst>
      <p:ext uri="{BB962C8B-B14F-4D97-AF65-F5344CB8AC3E}">
        <p14:creationId xmlns:p14="http://schemas.microsoft.com/office/powerpoint/2010/main" val="5232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EA26F6-5871-1429-6CBA-FD431B6E5BA5}"/>
              </a:ext>
            </a:extLst>
          </p:cNvPr>
          <p:cNvSpPr txBox="1"/>
          <p:nvPr/>
        </p:nvSpPr>
        <p:spPr>
          <a:xfrm>
            <a:off x="855985" y="2575444"/>
            <a:ext cx="48543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void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BTNode</a:t>
            </a:r>
            <a:r>
              <a:rPr lang="en-IN" dirty="0">
                <a:latin typeface="Palatino Linotype" panose="02040502050505030304" pitchFamily="18" charset="0"/>
              </a:rPr>
              <a:t> root)  </a:t>
            </a:r>
            <a:r>
              <a:rPr lang="en-IN" b="1" dirty="0">
                <a:latin typeface="Palatino Linotype" panose="02040502050505030304" pitchFamily="18" charset="0"/>
              </a:rPr>
              <a:t>root = null</a:t>
            </a:r>
          </a:p>
          <a:p>
            <a:r>
              <a:rPr lang="en-IN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if(root == NULL)  return;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print </a:t>
            </a:r>
            <a:r>
              <a:rPr lang="en-IN" dirty="0" err="1">
                <a:latin typeface="Palatino Linotype" panose="02040502050505030304" pitchFamily="18" charset="0"/>
              </a:rPr>
              <a:t>root.data</a:t>
            </a:r>
            <a:r>
              <a:rPr lang="en-IN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root.left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root.right</a:t>
            </a:r>
            <a:r>
              <a:rPr lang="en-IN" dirty="0">
                <a:latin typeface="Palatino Linotype" panose="02040502050505030304" pitchFamily="18" charset="0"/>
              </a:rPr>
              <a:t>); //returned</a:t>
            </a:r>
          </a:p>
          <a:p>
            <a:r>
              <a:rPr lang="en-IN" dirty="0"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6D2E4-5E19-0AA9-5B9F-814A6CF91DD8}"/>
              </a:ext>
            </a:extLst>
          </p:cNvPr>
          <p:cNvSpPr/>
          <p:nvPr/>
        </p:nvSpPr>
        <p:spPr>
          <a:xfrm>
            <a:off x="6587411" y="2407298"/>
            <a:ext cx="1782147" cy="42640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28575">
                <a:solidFill>
                  <a:schemeClr val="tx1"/>
                </a:solidFill>
              </a:ln>
              <a:latin typeface="Palatino Linotype" panose="0204050205050503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3EDCA-E783-E605-E8B2-7977CDA63613}"/>
              </a:ext>
            </a:extLst>
          </p:cNvPr>
          <p:cNvCxnSpPr>
            <a:cxnSpLocks/>
          </p:cNvCxnSpPr>
          <p:nvPr/>
        </p:nvCxnSpPr>
        <p:spPr>
          <a:xfrm>
            <a:off x="6587411" y="597159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061069-BC3A-9E4F-AD83-2EC6B5CA73A9}"/>
              </a:ext>
            </a:extLst>
          </p:cNvPr>
          <p:cNvSpPr txBox="1"/>
          <p:nvPr/>
        </p:nvSpPr>
        <p:spPr>
          <a:xfrm>
            <a:off x="7347855" y="611466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709C7-A56D-AA3E-F8DA-D0E685C63C19}"/>
              </a:ext>
            </a:extLst>
          </p:cNvPr>
          <p:cNvSpPr txBox="1"/>
          <p:nvPr/>
        </p:nvSpPr>
        <p:spPr>
          <a:xfrm>
            <a:off x="6666721" y="613488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8B6AC7-7400-4FC0-D24E-534393F4E671}"/>
              </a:ext>
            </a:extLst>
          </p:cNvPr>
          <p:cNvCxnSpPr>
            <a:cxnSpLocks/>
          </p:cNvCxnSpPr>
          <p:nvPr/>
        </p:nvCxnSpPr>
        <p:spPr>
          <a:xfrm>
            <a:off x="6587411" y="529707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9D5134-27C4-2ACA-9E97-89B4E965325B}"/>
              </a:ext>
            </a:extLst>
          </p:cNvPr>
          <p:cNvSpPr txBox="1"/>
          <p:nvPr/>
        </p:nvSpPr>
        <p:spPr>
          <a:xfrm>
            <a:off x="5604590" y="6134880"/>
            <a:ext cx="982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main( 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07EF59-5979-D7E6-94E9-2A1A8F91E08E}"/>
              </a:ext>
            </a:extLst>
          </p:cNvPr>
          <p:cNvSpPr txBox="1"/>
          <p:nvPr/>
        </p:nvSpPr>
        <p:spPr>
          <a:xfrm>
            <a:off x="5125456" y="5481738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(33)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E4830C3-A0B6-8129-79D6-97E080C8C055}"/>
              </a:ext>
            </a:extLst>
          </p:cNvPr>
          <p:cNvCxnSpPr>
            <a:cxnSpLocks/>
          </p:cNvCxnSpPr>
          <p:nvPr/>
        </p:nvCxnSpPr>
        <p:spPr>
          <a:xfrm>
            <a:off x="4012163" y="4282751"/>
            <a:ext cx="2575248" cy="93306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21570A6-E136-60CE-A1FD-EDEE6059BD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63"/>
          <a:stretch/>
        </p:blipFill>
        <p:spPr>
          <a:xfrm>
            <a:off x="8913225" y="0"/>
            <a:ext cx="3128549" cy="26171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D6605A-2F6D-E9F7-F5E8-60E9072E2062}"/>
              </a:ext>
            </a:extLst>
          </p:cNvPr>
          <p:cNvSpPr txBox="1"/>
          <p:nvPr/>
        </p:nvSpPr>
        <p:spPr>
          <a:xfrm>
            <a:off x="7347855" y="541195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D1801-52EA-98E7-55F5-91677B852B0F}"/>
              </a:ext>
            </a:extLst>
          </p:cNvPr>
          <p:cNvSpPr txBox="1"/>
          <p:nvPr/>
        </p:nvSpPr>
        <p:spPr>
          <a:xfrm>
            <a:off x="6666721" y="543216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F9C627-1F5B-AF1E-8C0E-FA26732785D1}"/>
              </a:ext>
            </a:extLst>
          </p:cNvPr>
          <p:cNvSpPr txBox="1"/>
          <p:nvPr/>
        </p:nvSpPr>
        <p:spPr>
          <a:xfrm>
            <a:off x="307909" y="5666404"/>
            <a:ext cx="333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Output:  33  21  20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29FC6E-E127-8492-50A1-0BAAF3772990}"/>
              </a:ext>
            </a:extLst>
          </p:cNvPr>
          <p:cNvCxnSpPr>
            <a:cxnSpLocks/>
          </p:cNvCxnSpPr>
          <p:nvPr/>
        </p:nvCxnSpPr>
        <p:spPr>
          <a:xfrm>
            <a:off x="6587411" y="4749676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DA73FC-8871-658A-7C88-CFA7E81A2E4C}"/>
              </a:ext>
            </a:extLst>
          </p:cNvPr>
          <p:cNvSpPr txBox="1"/>
          <p:nvPr/>
        </p:nvSpPr>
        <p:spPr>
          <a:xfrm>
            <a:off x="7427165" y="484434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33ADE-6C4D-4C35-371B-FDF7A47D1691}"/>
              </a:ext>
            </a:extLst>
          </p:cNvPr>
          <p:cNvSpPr txBox="1"/>
          <p:nvPr/>
        </p:nvSpPr>
        <p:spPr>
          <a:xfrm>
            <a:off x="6746031" y="486455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55A92-3349-C4BB-8934-FC579CC968B6}"/>
              </a:ext>
            </a:extLst>
          </p:cNvPr>
          <p:cNvSpPr txBox="1"/>
          <p:nvPr/>
        </p:nvSpPr>
        <p:spPr>
          <a:xfrm>
            <a:off x="5075852" y="4908177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(21)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D739E3-740B-2074-4A6D-C2223690990D}"/>
              </a:ext>
            </a:extLst>
          </p:cNvPr>
          <p:cNvCxnSpPr>
            <a:cxnSpLocks/>
          </p:cNvCxnSpPr>
          <p:nvPr/>
        </p:nvCxnSpPr>
        <p:spPr>
          <a:xfrm>
            <a:off x="6573414" y="4173439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2B842A0-0493-4B61-6567-417E3C07946F}"/>
              </a:ext>
            </a:extLst>
          </p:cNvPr>
          <p:cNvSpPr txBox="1"/>
          <p:nvPr/>
        </p:nvSpPr>
        <p:spPr>
          <a:xfrm>
            <a:off x="7413168" y="4268108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null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A69CA8-34EA-EF68-B9C3-5FCC5E24422D}"/>
              </a:ext>
            </a:extLst>
          </p:cNvPr>
          <p:cNvSpPr txBox="1"/>
          <p:nvPr/>
        </p:nvSpPr>
        <p:spPr>
          <a:xfrm>
            <a:off x="6732034" y="4288322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9C1BE6-732E-6E53-D7BE-14A1D5D924E5}"/>
              </a:ext>
            </a:extLst>
          </p:cNvPr>
          <p:cNvSpPr txBox="1"/>
          <p:nvPr/>
        </p:nvSpPr>
        <p:spPr>
          <a:xfrm>
            <a:off x="4870577" y="4331940"/>
            <a:ext cx="1861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(null)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2940EF-A819-BCC8-9A58-F2F38C68B3F1}"/>
              </a:ext>
            </a:extLst>
          </p:cNvPr>
          <p:cNvSpPr txBox="1"/>
          <p:nvPr/>
        </p:nvSpPr>
        <p:spPr>
          <a:xfrm>
            <a:off x="8479350" y="4288322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released</a:t>
            </a:r>
          </a:p>
        </p:txBody>
      </p:sp>
    </p:spTree>
    <p:extLst>
      <p:ext uri="{BB962C8B-B14F-4D97-AF65-F5344CB8AC3E}">
        <p14:creationId xmlns:p14="http://schemas.microsoft.com/office/powerpoint/2010/main" val="1736355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EA26F6-5871-1429-6CBA-FD431B6E5BA5}"/>
              </a:ext>
            </a:extLst>
          </p:cNvPr>
          <p:cNvSpPr txBox="1"/>
          <p:nvPr/>
        </p:nvSpPr>
        <p:spPr>
          <a:xfrm>
            <a:off x="855985" y="2575444"/>
            <a:ext cx="48543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void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BTNode</a:t>
            </a:r>
            <a:r>
              <a:rPr lang="en-IN" dirty="0">
                <a:latin typeface="Palatino Linotype" panose="02040502050505030304" pitchFamily="18" charset="0"/>
              </a:rPr>
              <a:t> root)      </a:t>
            </a:r>
            <a:r>
              <a:rPr lang="en-IN" b="1" dirty="0">
                <a:latin typeface="Palatino Linotype" panose="02040502050505030304" pitchFamily="18" charset="0"/>
              </a:rPr>
              <a:t>root = 21</a:t>
            </a:r>
          </a:p>
          <a:p>
            <a:r>
              <a:rPr lang="en-IN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if(root == NULL)  return;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print </a:t>
            </a:r>
            <a:r>
              <a:rPr lang="en-IN" dirty="0" err="1">
                <a:latin typeface="Palatino Linotype" panose="02040502050505030304" pitchFamily="18" charset="0"/>
              </a:rPr>
              <a:t>root.data</a:t>
            </a:r>
            <a:r>
              <a:rPr lang="en-IN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root.left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root.right</a:t>
            </a:r>
            <a:r>
              <a:rPr lang="en-IN" dirty="0">
                <a:latin typeface="Palatino Linotype" panose="02040502050505030304" pitchFamily="18" charset="0"/>
              </a:rPr>
              <a:t>); 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                 </a:t>
            </a:r>
          </a:p>
          <a:p>
            <a:r>
              <a:rPr lang="en-IN" dirty="0"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6D2E4-5E19-0AA9-5B9F-814A6CF91DD8}"/>
              </a:ext>
            </a:extLst>
          </p:cNvPr>
          <p:cNvSpPr/>
          <p:nvPr/>
        </p:nvSpPr>
        <p:spPr>
          <a:xfrm>
            <a:off x="6587411" y="2407298"/>
            <a:ext cx="1782147" cy="42640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28575">
                <a:solidFill>
                  <a:schemeClr val="tx1"/>
                </a:solidFill>
              </a:ln>
              <a:latin typeface="Palatino Linotype" panose="0204050205050503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3EDCA-E783-E605-E8B2-7977CDA63613}"/>
              </a:ext>
            </a:extLst>
          </p:cNvPr>
          <p:cNvCxnSpPr>
            <a:cxnSpLocks/>
          </p:cNvCxnSpPr>
          <p:nvPr/>
        </p:nvCxnSpPr>
        <p:spPr>
          <a:xfrm>
            <a:off x="6587411" y="597159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061069-BC3A-9E4F-AD83-2EC6B5CA73A9}"/>
              </a:ext>
            </a:extLst>
          </p:cNvPr>
          <p:cNvSpPr txBox="1"/>
          <p:nvPr/>
        </p:nvSpPr>
        <p:spPr>
          <a:xfrm>
            <a:off x="7347855" y="611466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709C7-A56D-AA3E-F8DA-D0E685C63C19}"/>
              </a:ext>
            </a:extLst>
          </p:cNvPr>
          <p:cNvSpPr txBox="1"/>
          <p:nvPr/>
        </p:nvSpPr>
        <p:spPr>
          <a:xfrm>
            <a:off x="6666721" y="613488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8B6AC7-7400-4FC0-D24E-534393F4E671}"/>
              </a:ext>
            </a:extLst>
          </p:cNvPr>
          <p:cNvCxnSpPr>
            <a:cxnSpLocks/>
          </p:cNvCxnSpPr>
          <p:nvPr/>
        </p:nvCxnSpPr>
        <p:spPr>
          <a:xfrm>
            <a:off x="6587411" y="529707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9D5134-27C4-2ACA-9E97-89B4E965325B}"/>
              </a:ext>
            </a:extLst>
          </p:cNvPr>
          <p:cNvSpPr txBox="1"/>
          <p:nvPr/>
        </p:nvSpPr>
        <p:spPr>
          <a:xfrm>
            <a:off x="5565708" y="6134880"/>
            <a:ext cx="102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main( 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07EF59-5979-D7E6-94E9-2A1A8F91E08E}"/>
              </a:ext>
            </a:extLst>
          </p:cNvPr>
          <p:cNvSpPr txBox="1"/>
          <p:nvPr/>
        </p:nvSpPr>
        <p:spPr>
          <a:xfrm>
            <a:off x="5125456" y="5481738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(33)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1570A6-E136-60CE-A1FD-EDEE6059BD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63"/>
          <a:stretch/>
        </p:blipFill>
        <p:spPr>
          <a:xfrm>
            <a:off x="8913225" y="0"/>
            <a:ext cx="3128549" cy="26171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D6605A-2F6D-E9F7-F5E8-60E9072E2062}"/>
              </a:ext>
            </a:extLst>
          </p:cNvPr>
          <p:cNvSpPr txBox="1"/>
          <p:nvPr/>
        </p:nvSpPr>
        <p:spPr>
          <a:xfrm>
            <a:off x="7347855" y="541195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D1801-52EA-98E7-55F5-91677B852B0F}"/>
              </a:ext>
            </a:extLst>
          </p:cNvPr>
          <p:cNvSpPr txBox="1"/>
          <p:nvPr/>
        </p:nvSpPr>
        <p:spPr>
          <a:xfrm>
            <a:off x="6666721" y="543216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F9C627-1F5B-AF1E-8C0E-FA26732785D1}"/>
              </a:ext>
            </a:extLst>
          </p:cNvPr>
          <p:cNvSpPr txBox="1"/>
          <p:nvPr/>
        </p:nvSpPr>
        <p:spPr>
          <a:xfrm>
            <a:off x="307909" y="5666404"/>
            <a:ext cx="333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Output:  33  21  20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29FC6E-E127-8492-50A1-0BAAF3772990}"/>
              </a:ext>
            </a:extLst>
          </p:cNvPr>
          <p:cNvCxnSpPr>
            <a:cxnSpLocks/>
          </p:cNvCxnSpPr>
          <p:nvPr/>
        </p:nvCxnSpPr>
        <p:spPr>
          <a:xfrm>
            <a:off x="6587411" y="4749676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DA73FC-8871-658A-7C88-CFA7E81A2E4C}"/>
              </a:ext>
            </a:extLst>
          </p:cNvPr>
          <p:cNvSpPr txBox="1"/>
          <p:nvPr/>
        </p:nvSpPr>
        <p:spPr>
          <a:xfrm>
            <a:off x="7427165" y="484434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33ADE-6C4D-4C35-371B-FDF7A47D1691}"/>
              </a:ext>
            </a:extLst>
          </p:cNvPr>
          <p:cNvSpPr txBox="1"/>
          <p:nvPr/>
        </p:nvSpPr>
        <p:spPr>
          <a:xfrm>
            <a:off x="6746031" y="486455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55A92-3349-C4BB-8934-FC579CC968B6}"/>
              </a:ext>
            </a:extLst>
          </p:cNvPr>
          <p:cNvSpPr txBox="1"/>
          <p:nvPr/>
        </p:nvSpPr>
        <p:spPr>
          <a:xfrm>
            <a:off x="5075852" y="4908177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(21)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2940EF-A819-BCC8-9A58-F2F38C68B3F1}"/>
              </a:ext>
            </a:extLst>
          </p:cNvPr>
          <p:cNvSpPr txBox="1"/>
          <p:nvPr/>
        </p:nvSpPr>
        <p:spPr>
          <a:xfrm>
            <a:off x="8512460" y="4864559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released</a:t>
            </a:r>
          </a:p>
        </p:txBody>
      </p:sp>
    </p:spTree>
    <p:extLst>
      <p:ext uri="{BB962C8B-B14F-4D97-AF65-F5344CB8AC3E}">
        <p14:creationId xmlns:p14="http://schemas.microsoft.com/office/powerpoint/2010/main" val="175559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EA26F6-5871-1429-6CBA-FD431B6E5BA5}"/>
              </a:ext>
            </a:extLst>
          </p:cNvPr>
          <p:cNvSpPr txBox="1"/>
          <p:nvPr/>
        </p:nvSpPr>
        <p:spPr>
          <a:xfrm>
            <a:off x="855985" y="2575444"/>
            <a:ext cx="48543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void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BTNode</a:t>
            </a:r>
            <a:r>
              <a:rPr lang="en-IN" dirty="0">
                <a:latin typeface="Palatino Linotype" panose="02040502050505030304" pitchFamily="18" charset="0"/>
              </a:rPr>
              <a:t> root)      </a:t>
            </a:r>
            <a:r>
              <a:rPr lang="en-IN" b="1" dirty="0">
                <a:latin typeface="Palatino Linotype" panose="02040502050505030304" pitchFamily="18" charset="0"/>
              </a:rPr>
              <a:t>root = 33</a:t>
            </a:r>
          </a:p>
          <a:p>
            <a:r>
              <a:rPr lang="en-IN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if(root == NULL)  return;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print </a:t>
            </a:r>
            <a:r>
              <a:rPr lang="en-IN" dirty="0" err="1">
                <a:latin typeface="Palatino Linotype" panose="02040502050505030304" pitchFamily="18" charset="0"/>
              </a:rPr>
              <a:t>root.data</a:t>
            </a:r>
            <a:r>
              <a:rPr lang="en-IN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root.left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root.right</a:t>
            </a:r>
            <a:r>
              <a:rPr lang="en-IN" dirty="0">
                <a:latin typeface="Palatino Linotype" panose="02040502050505030304" pitchFamily="18" charset="0"/>
              </a:rPr>
              <a:t>);   // returned here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                 </a:t>
            </a:r>
          </a:p>
          <a:p>
            <a:r>
              <a:rPr lang="en-IN" dirty="0"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6D2E4-5E19-0AA9-5B9F-814A6CF91DD8}"/>
              </a:ext>
            </a:extLst>
          </p:cNvPr>
          <p:cNvSpPr/>
          <p:nvPr/>
        </p:nvSpPr>
        <p:spPr>
          <a:xfrm>
            <a:off x="6587411" y="2407298"/>
            <a:ext cx="1782147" cy="42640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28575">
                <a:solidFill>
                  <a:schemeClr val="tx1"/>
                </a:solidFill>
              </a:ln>
              <a:latin typeface="Palatino Linotype" panose="0204050205050503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3EDCA-E783-E605-E8B2-7977CDA63613}"/>
              </a:ext>
            </a:extLst>
          </p:cNvPr>
          <p:cNvCxnSpPr>
            <a:cxnSpLocks/>
          </p:cNvCxnSpPr>
          <p:nvPr/>
        </p:nvCxnSpPr>
        <p:spPr>
          <a:xfrm>
            <a:off x="6587411" y="597159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061069-BC3A-9E4F-AD83-2EC6B5CA73A9}"/>
              </a:ext>
            </a:extLst>
          </p:cNvPr>
          <p:cNvSpPr txBox="1"/>
          <p:nvPr/>
        </p:nvSpPr>
        <p:spPr>
          <a:xfrm>
            <a:off x="7347855" y="611466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709C7-A56D-AA3E-F8DA-D0E685C63C19}"/>
              </a:ext>
            </a:extLst>
          </p:cNvPr>
          <p:cNvSpPr txBox="1"/>
          <p:nvPr/>
        </p:nvSpPr>
        <p:spPr>
          <a:xfrm>
            <a:off x="6666721" y="613488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8B6AC7-7400-4FC0-D24E-534393F4E671}"/>
              </a:ext>
            </a:extLst>
          </p:cNvPr>
          <p:cNvCxnSpPr>
            <a:cxnSpLocks/>
          </p:cNvCxnSpPr>
          <p:nvPr/>
        </p:nvCxnSpPr>
        <p:spPr>
          <a:xfrm>
            <a:off x="6587411" y="529707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9D5134-27C4-2ACA-9E97-89B4E965325B}"/>
              </a:ext>
            </a:extLst>
          </p:cNvPr>
          <p:cNvSpPr txBox="1"/>
          <p:nvPr/>
        </p:nvSpPr>
        <p:spPr>
          <a:xfrm>
            <a:off x="5565708" y="6134880"/>
            <a:ext cx="102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main( 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07EF59-5979-D7E6-94E9-2A1A8F91E08E}"/>
              </a:ext>
            </a:extLst>
          </p:cNvPr>
          <p:cNvSpPr txBox="1"/>
          <p:nvPr/>
        </p:nvSpPr>
        <p:spPr>
          <a:xfrm>
            <a:off x="5125456" y="5481738"/>
            <a:ext cx="167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(33)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1570A6-E136-60CE-A1FD-EDEE6059BD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63"/>
          <a:stretch/>
        </p:blipFill>
        <p:spPr>
          <a:xfrm>
            <a:off x="8913225" y="0"/>
            <a:ext cx="3128549" cy="26171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D6605A-2F6D-E9F7-F5E8-60E9072E2062}"/>
              </a:ext>
            </a:extLst>
          </p:cNvPr>
          <p:cNvSpPr txBox="1"/>
          <p:nvPr/>
        </p:nvSpPr>
        <p:spPr>
          <a:xfrm>
            <a:off x="7347855" y="541195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D1801-52EA-98E7-55F5-91677B852B0F}"/>
              </a:ext>
            </a:extLst>
          </p:cNvPr>
          <p:cNvSpPr txBox="1"/>
          <p:nvPr/>
        </p:nvSpPr>
        <p:spPr>
          <a:xfrm>
            <a:off x="6666721" y="543216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F9C627-1F5B-AF1E-8C0E-FA26732785D1}"/>
              </a:ext>
            </a:extLst>
          </p:cNvPr>
          <p:cNvSpPr txBox="1"/>
          <p:nvPr/>
        </p:nvSpPr>
        <p:spPr>
          <a:xfrm>
            <a:off x="307909" y="5666404"/>
            <a:ext cx="333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Output:  33  21  20</a:t>
            </a:r>
          </a:p>
        </p:txBody>
      </p:sp>
    </p:spTree>
    <p:extLst>
      <p:ext uri="{BB962C8B-B14F-4D97-AF65-F5344CB8AC3E}">
        <p14:creationId xmlns:p14="http://schemas.microsoft.com/office/powerpoint/2010/main" val="1420649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EA26F6-5871-1429-6CBA-FD431B6E5BA5}"/>
              </a:ext>
            </a:extLst>
          </p:cNvPr>
          <p:cNvSpPr txBox="1"/>
          <p:nvPr/>
        </p:nvSpPr>
        <p:spPr>
          <a:xfrm>
            <a:off x="855985" y="2575444"/>
            <a:ext cx="48543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void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BTNode</a:t>
            </a:r>
            <a:r>
              <a:rPr lang="en-IN" dirty="0">
                <a:latin typeface="Palatino Linotype" panose="02040502050505030304" pitchFamily="18" charset="0"/>
              </a:rPr>
              <a:t> root)     </a:t>
            </a:r>
            <a:r>
              <a:rPr lang="en-IN" b="1" dirty="0">
                <a:latin typeface="Palatino Linotype" panose="02040502050505030304" pitchFamily="18" charset="0"/>
              </a:rPr>
              <a:t>root = 35</a:t>
            </a:r>
          </a:p>
          <a:p>
            <a:r>
              <a:rPr lang="en-IN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if(root == NULL)  return;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print </a:t>
            </a:r>
            <a:r>
              <a:rPr lang="en-IN" dirty="0" err="1">
                <a:latin typeface="Palatino Linotype" panose="02040502050505030304" pitchFamily="18" charset="0"/>
              </a:rPr>
              <a:t>root.data</a:t>
            </a:r>
            <a:r>
              <a:rPr lang="en-IN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root.left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root.right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6D2E4-5E19-0AA9-5B9F-814A6CF91DD8}"/>
              </a:ext>
            </a:extLst>
          </p:cNvPr>
          <p:cNvSpPr/>
          <p:nvPr/>
        </p:nvSpPr>
        <p:spPr>
          <a:xfrm>
            <a:off x="6587411" y="2407298"/>
            <a:ext cx="1782147" cy="42640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28575">
                <a:solidFill>
                  <a:schemeClr val="tx1"/>
                </a:solidFill>
              </a:ln>
              <a:latin typeface="Palatino Linotype" panose="0204050205050503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3EDCA-E783-E605-E8B2-7977CDA63613}"/>
              </a:ext>
            </a:extLst>
          </p:cNvPr>
          <p:cNvCxnSpPr>
            <a:cxnSpLocks/>
          </p:cNvCxnSpPr>
          <p:nvPr/>
        </p:nvCxnSpPr>
        <p:spPr>
          <a:xfrm>
            <a:off x="6587411" y="597159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061069-BC3A-9E4F-AD83-2EC6B5CA73A9}"/>
              </a:ext>
            </a:extLst>
          </p:cNvPr>
          <p:cNvSpPr txBox="1"/>
          <p:nvPr/>
        </p:nvSpPr>
        <p:spPr>
          <a:xfrm>
            <a:off x="7347855" y="611466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709C7-A56D-AA3E-F8DA-D0E685C63C19}"/>
              </a:ext>
            </a:extLst>
          </p:cNvPr>
          <p:cNvSpPr txBox="1"/>
          <p:nvPr/>
        </p:nvSpPr>
        <p:spPr>
          <a:xfrm>
            <a:off x="6666721" y="613488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8B6AC7-7400-4FC0-D24E-534393F4E671}"/>
              </a:ext>
            </a:extLst>
          </p:cNvPr>
          <p:cNvCxnSpPr>
            <a:cxnSpLocks/>
          </p:cNvCxnSpPr>
          <p:nvPr/>
        </p:nvCxnSpPr>
        <p:spPr>
          <a:xfrm>
            <a:off x="6587411" y="529707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9D5134-27C4-2ACA-9E97-89B4E965325B}"/>
              </a:ext>
            </a:extLst>
          </p:cNvPr>
          <p:cNvSpPr txBox="1"/>
          <p:nvPr/>
        </p:nvSpPr>
        <p:spPr>
          <a:xfrm>
            <a:off x="5565708" y="6134880"/>
            <a:ext cx="102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main( 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07EF59-5979-D7E6-94E9-2A1A8F91E08E}"/>
              </a:ext>
            </a:extLst>
          </p:cNvPr>
          <p:cNvSpPr txBox="1"/>
          <p:nvPr/>
        </p:nvSpPr>
        <p:spPr>
          <a:xfrm>
            <a:off x="5075854" y="5297072"/>
            <a:ext cx="172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(33)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E4830C3-A0B6-8129-79D6-97E080C8C055}"/>
              </a:ext>
            </a:extLst>
          </p:cNvPr>
          <p:cNvCxnSpPr>
            <a:cxnSpLocks/>
          </p:cNvCxnSpPr>
          <p:nvPr/>
        </p:nvCxnSpPr>
        <p:spPr>
          <a:xfrm>
            <a:off x="3219061" y="4142792"/>
            <a:ext cx="3368350" cy="87707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21570A6-E136-60CE-A1FD-EDEE6059BD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63"/>
          <a:stretch/>
        </p:blipFill>
        <p:spPr>
          <a:xfrm>
            <a:off x="8913225" y="0"/>
            <a:ext cx="3128549" cy="26171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D6605A-2F6D-E9F7-F5E8-60E9072E2062}"/>
              </a:ext>
            </a:extLst>
          </p:cNvPr>
          <p:cNvSpPr txBox="1"/>
          <p:nvPr/>
        </p:nvSpPr>
        <p:spPr>
          <a:xfrm>
            <a:off x="7347855" y="541195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D1801-52EA-98E7-55F5-91677B852B0F}"/>
              </a:ext>
            </a:extLst>
          </p:cNvPr>
          <p:cNvSpPr txBox="1"/>
          <p:nvPr/>
        </p:nvSpPr>
        <p:spPr>
          <a:xfrm>
            <a:off x="6666721" y="543216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F9C627-1F5B-AF1E-8C0E-FA26732785D1}"/>
              </a:ext>
            </a:extLst>
          </p:cNvPr>
          <p:cNvSpPr txBox="1"/>
          <p:nvPr/>
        </p:nvSpPr>
        <p:spPr>
          <a:xfrm>
            <a:off x="307910" y="5666404"/>
            <a:ext cx="2715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Output:  33   21   20   35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9C67D7-5CCB-D8C6-B0DB-65E209EFE417}"/>
              </a:ext>
            </a:extLst>
          </p:cNvPr>
          <p:cNvCxnSpPr>
            <a:cxnSpLocks/>
          </p:cNvCxnSpPr>
          <p:nvPr/>
        </p:nvCxnSpPr>
        <p:spPr>
          <a:xfrm>
            <a:off x="6587411" y="4712753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CB8B30-5DE4-6B6C-A2B3-47ED0521F101}"/>
              </a:ext>
            </a:extLst>
          </p:cNvPr>
          <p:cNvSpPr txBox="1"/>
          <p:nvPr/>
        </p:nvSpPr>
        <p:spPr>
          <a:xfrm>
            <a:off x="5075854" y="4712753"/>
            <a:ext cx="172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C8A7E-FF34-DA6D-BD3A-91BADA6ADC8F}"/>
              </a:ext>
            </a:extLst>
          </p:cNvPr>
          <p:cNvSpPr txBox="1"/>
          <p:nvPr/>
        </p:nvSpPr>
        <p:spPr>
          <a:xfrm>
            <a:off x="7347855" y="482763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A3C7CE-9147-F920-95FB-551983320CB1}"/>
              </a:ext>
            </a:extLst>
          </p:cNvPr>
          <p:cNvSpPr txBox="1"/>
          <p:nvPr/>
        </p:nvSpPr>
        <p:spPr>
          <a:xfrm>
            <a:off x="6666721" y="484785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</p:spTree>
    <p:extLst>
      <p:ext uri="{BB962C8B-B14F-4D97-AF65-F5344CB8AC3E}">
        <p14:creationId xmlns:p14="http://schemas.microsoft.com/office/powerpoint/2010/main" val="2648415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EA26F6-5871-1429-6CBA-FD431B6E5BA5}"/>
              </a:ext>
            </a:extLst>
          </p:cNvPr>
          <p:cNvSpPr txBox="1"/>
          <p:nvPr/>
        </p:nvSpPr>
        <p:spPr>
          <a:xfrm>
            <a:off x="855985" y="2575444"/>
            <a:ext cx="48543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void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BTNode</a:t>
            </a:r>
            <a:r>
              <a:rPr lang="en-IN" dirty="0">
                <a:latin typeface="Palatino Linotype" panose="02040502050505030304" pitchFamily="18" charset="0"/>
              </a:rPr>
              <a:t> root)     </a:t>
            </a:r>
            <a:r>
              <a:rPr lang="en-IN" b="1" dirty="0">
                <a:latin typeface="Palatino Linotype" panose="02040502050505030304" pitchFamily="18" charset="0"/>
              </a:rPr>
              <a:t>root = 34</a:t>
            </a:r>
          </a:p>
          <a:p>
            <a:r>
              <a:rPr lang="en-IN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if(root == NULL)  return;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print </a:t>
            </a:r>
            <a:r>
              <a:rPr lang="en-IN" dirty="0" err="1">
                <a:latin typeface="Palatino Linotype" panose="02040502050505030304" pitchFamily="18" charset="0"/>
              </a:rPr>
              <a:t>root.data</a:t>
            </a:r>
            <a:r>
              <a:rPr lang="en-IN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root.left</a:t>
            </a:r>
            <a:r>
              <a:rPr lang="en-IN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dirty="0">
                <a:latin typeface="Palatino Linotype" panose="02040502050505030304" pitchFamily="18" charset="0"/>
              </a:rPr>
              <a:t>   </a:t>
            </a:r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</a:t>
            </a:r>
            <a:r>
              <a:rPr lang="en-IN" dirty="0" err="1">
                <a:latin typeface="Palatino Linotype" panose="02040502050505030304" pitchFamily="18" charset="0"/>
              </a:rPr>
              <a:t>root.right</a:t>
            </a:r>
            <a:r>
              <a:rPr lang="en-IN" dirty="0">
                <a:latin typeface="Palatino Linotype" panose="02040502050505030304" pitchFamily="18" charset="0"/>
              </a:rPr>
              <a:t>);  </a:t>
            </a:r>
          </a:p>
          <a:p>
            <a:r>
              <a:rPr lang="en-IN" dirty="0"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6D2E4-5E19-0AA9-5B9F-814A6CF91DD8}"/>
              </a:ext>
            </a:extLst>
          </p:cNvPr>
          <p:cNvSpPr/>
          <p:nvPr/>
        </p:nvSpPr>
        <p:spPr>
          <a:xfrm>
            <a:off x="6587411" y="2407298"/>
            <a:ext cx="1782147" cy="426409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28575">
                <a:solidFill>
                  <a:schemeClr val="tx1"/>
                </a:solidFill>
              </a:ln>
              <a:latin typeface="Palatino Linotype" panose="0204050205050503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3EDCA-E783-E605-E8B2-7977CDA63613}"/>
              </a:ext>
            </a:extLst>
          </p:cNvPr>
          <p:cNvCxnSpPr>
            <a:cxnSpLocks/>
          </p:cNvCxnSpPr>
          <p:nvPr/>
        </p:nvCxnSpPr>
        <p:spPr>
          <a:xfrm>
            <a:off x="6587411" y="597159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061069-BC3A-9E4F-AD83-2EC6B5CA73A9}"/>
              </a:ext>
            </a:extLst>
          </p:cNvPr>
          <p:cNvSpPr txBox="1"/>
          <p:nvPr/>
        </p:nvSpPr>
        <p:spPr>
          <a:xfrm>
            <a:off x="7347855" y="611466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709C7-A56D-AA3E-F8DA-D0E685C63C19}"/>
              </a:ext>
            </a:extLst>
          </p:cNvPr>
          <p:cNvSpPr txBox="1"/>
          <p:nvPr/>
        </p:nvSpPr>
        <p:spPr>
          <a:xfrm>
            <a:off x="6666721" y="613488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8B6AC7-7400-4FC0-D24E-534393F4E671}"/>
              </a:ext>
            </a:extLst>
          </p:cNvPr>
          <p:cNvCxnSpPr>
            <a:cxnSpLocks/>
          </p:cNvCxnSpPr>
          <p:nvPr/>
        </p:nvCxnSpPr>
        <p:spPr>
          <a:xfrm>
            <a:off x="6587411" y="5297072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9D5134-27C4-2ACA-9E97-89B4E965325B}"/>
              </a:ext>
            </a:extLst>
          </p:cNvPr>
          <p:cNvSpPr txBox="1"/>
          <p:nvPr/>
        </p:nvSpPr>
        <p:spPr>
          <a:xfrm>
            <a:off x="5439748" y="6134880"/>
            <a:ext cx="114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main( 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07EF59-5979-D7E6-94E9-2A1A8F91E08E}"/>
              </a:ext>
            </a:extLst>
          </p:cNvPr>
          <p:cNvSpPr txBox="1"/>
          <p:nvPr/>
        </p:nvSpPr>
        <p:spPr>
          <a:xfrm>
            <a:off x="5075854" y="5297072"/>
            <a:ext cx="172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(33)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1570A6-E136-60CE-A1FD-EDEE6059BD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63"/>
          <a:stretch/>
        </p:blipFill>
        <p:spPr>
          <a:xfrm>
            <a:off x="8913225" y="0"/>
            <a:ext cx="3128549" cy="26171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D6605A-2F6D-E9F7-F5E8-60E9072E2062}"/>
              </a:ext>
            </a:extLst>
          </p:cNvPr>
          <p:cNvSpPr txBox="1"/>
          <p:nvPr/>
        </p:nvSpPr>
        <p:spPr>
          <a:xfrm>
            <a:off x="7347855" y="5411955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D1801-52EA-98E7-55F5-91677B852B0F}"/>
              </a:ext>
            </a:extLst>
          </p:cNvPr>
          <p:cNvSpPr txBox="1"/>
          <p:nvPr/>
        </p:nvSpPr>
        <p:spPr>
          <a:xfrm>
            <a:off x="6666721" y="5432169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F9C627-1F5B-AF1E-8C0E-FA26732785D1}"/>
              </a:ext>
            </a:extLst>
          </p:cNvPr>
          <p:cNvSpPr txBox="1"/>
          <p:nvPr/>
        </p:nvSpPr>
        <p:spPr>
          <a:xfrm>
            <a:off x="307909" y="5666404"/>
            <a:ext cx="3032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Output:  33   21   20   35   34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254D59F-0933-6A45-F87F-5EBA6E6B85C2}"/>
              </a:ext>
            </a:extLst>
          </p:cNvPr>
          <p:cNvCxnSpPr>
            <a:cxnSpLocks/>
          </p:cNvCxnSpPr>
          <p:nvPr/>
        </p:nvCxnSpPr>
        <p:spPr>
          <a:xfrm>
            <a:off x="3172408" y="3909527"/>
            <a:ext cx="3415003" cy="47586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0F67B1-FE97-F4C7-4BC8-69D7BB93F108}"/>
              </a:ext>
            </a:extLst>
          </p:cNvPr>
          <p:cNvCxnSpPr>
            <a:cxnSpLocks/>
          </p:cNvCxnSpPr>
          <p:nvPr/>
        </p:nvCxnSpPr>
        <p:spPr>
          <a:xfrm>
            <a:off x="6587411" y="4712753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A488F87-AAA8-2505-4244-C25255EF2198}"/>
              </a:ext>
            </a:extLst>
          </p:cNvPr>
          <p:cNvSpPr txBox="1"/>
          <p:nvPr/>
        </p:nvSpPr>
        <p:spPr>
          <a:xfrm>
            <a:off x="5075854" y="4712753"/>
            <a:ext cx="172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(35)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9360F1-2AE0-DAC0-4E59-0D1CFAE59609}"/>
              </a:ext>
            </a:extLst>
          </p:cNvPr>
          <p:cNvSpPr txBox="1"/>
          <p:nvPr/>
        </p:nvSpPr>
        <p:spPr>
          <a:xfrm>
            <a:off x="7347855" y="4827636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41F7C0-FF1C-867B-CDE7-E5578C132F93}"/>
              </a:ext>
            </a:extLst>
          </p:cNvPr>
          <p:cNvSpPr txBox="1"/>
          <p:nvPr/>
        </p:nvSpPr>
        <p:spPr>
          <a:xfrm>
            <a:off x="6666721" y="4847850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D9F80FC-3292-7EEC-18B2-182FEA3E82B6}"/>
              </a:ext>
            </a:extLst>
          </p:cNvPr>
          <p:cNvCxnSpPr>
            <a:cxnSpLocks/>
          </p:cNvCxnSpPr>
          <p:nvPr/>
        </p:nvCxnSpPr>
        <p:spPr>
          <a:xfrm>
            <a:off x="6608405" y="4146216"/>
            <a:ext cx="1782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8CE3EF6-C5F2-2E30-6E0B-0CD36FECDB11}"/>
              </a:ext>
            </a:extLst>
          </p:cNvPr>
          <p:cNvSpPr txBox="1"/>
          <p:nvPr/>
        </p:nvSpPr>
        <p:spPr>
          <a:xfrm>
            <a:off x="5068857" y="4029099"/>
            <a:ext cx="172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Palatino Linotype" panose="02040502050505030304" pitchFamily="18" charset="0"/>
              </a:rPr>
              <a:t>preOrder</a:t>
            </a:r>
            <a:r>
              <a:rPr lang="en-IN" dirty="0">
                <a:latin typeface="Palatino Linotype" panose="02040502050505030304" pitchFamily="18" charset="0"/>
              </a:rPr>
              <a:t>(34)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3236AC-328C-DF04-227A-FFC8F980E2D5}"/>
              </a:ext>
            </a:extLst>
          </p:cNvPr>
          <p:cNvSpPr txBox="1"/>
          <p:nvPr/>
        </p:nvSpPr>
        <p:spPr>
          <a:xfrm>
            <a:off x="7368849" y="4261099"/>
            <a:ext cx="737118" cy="373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 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68C647-B05B-0799-208C-784B7960505E}"/>
              </a:ext>
            </a:extLst>
          </p:cNvPr>
          <p:cNvSpPr txBox="1"/>
          <p:nvPr/>
        </p:nvSpPr>
        <p:spPr>
          <a:xfrm>
            <a:off x="6687715" y="4281313"/>
            <a:ext cx="60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root</a:t>
            </a:r>
          </a:p>
        </p:txBody>
      </p:sp>
    </p:spTree>
    <p:extLst>
      <p:ext uri="{BB962C8B-B14F-4D97-AF65-F5344CB8AC3E}">
        <p14:creationId xmlns:p14="http://schemas.microsoft.com/office/powerpoint/2010/main" val="3399538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5430C-2D34-B9EE-2054-9FCEBA027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598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Complete next slides and practice at least 3 times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C500A-85FC-5413-C460-A1BDEE3B86BC}"/>
              </a:ext>
            </a:extLst>
          </p:cNvPr>
          <p:cNvSpPr txBox="1"/>
          <p:nvPr/>
        </p:nvSpPr>
        <p:spPr>
          <a:xfrm>
            <a:off x="2976466" y="4889241"/>
            <a:ext cx="4058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Palatino Linotype" panose="02040502050505030304" pitchFamily="18" charset="0"/>
              </a:rPr>
              <a:t>Thank You!!!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195FF4-7F06-0618-352F-3E550D4FC7F3}"/>
              </a:ext>
            </a:extLst>
          </p:cNvPr>
          <p:cNvSpPr txBox="1">
            <a:spLocks/>
          </p:cNvSpPr>
          <p:nvPr/>
        </p:nvSpPr>
        <p:spPr>
          <a:xfrm>
            <a:off x="838200" y="292985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atin typeface="Palatino Linotype" panose="02040502050505030304" pitchFamily="18" charset="0"/>
              </a:rPr>
              <a:t>Do same for in-order and post-order traversal also!!</a:t>
            </a:r>
          </a:p>
        </p:txBody>
      </p:sp>
    </p:spTree>
    <p:extLst>
      <p:ext uri="{BB962C8B-B14F-4D97-AF65-F5344CB8AC3E}">
        <p14:creationId xmlns:p14="http://schemas.microsoft.com/office/powerpoint/2010/main" val="2445578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880</Words>
  <Application>Microsoft Office PowerPoint</Application>
  <PresentationFormat>Widescreen</PresentationFormat>
  <Paragraphs>239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Palatino Linotype</vt:lpstr>
      <vt:lpstr>Office Theme</vt:lpstr>
      <vt:lpstr>Binary Tree Traversal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Complete next slides and practice at least 3 times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Janhavi Deo</dc:creator>
  <cp:lastModifiedBy>Janhavi Deo</cp:lastModifiedBy>
  <cp:revision>7</cp:revision>
  <dcterms:created xsi:type="dcterms:W3CDTF">2024-03-22T09:07:51Z</dcterms:created>
  <dcterms:modified xsi:type="dcterms:W3CDTF">2024-06-04T12:02:30Z</dcterms:modified>
</cp:coreProperties>
</file>