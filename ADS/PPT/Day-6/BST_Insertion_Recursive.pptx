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F593-A153-5C42-4115-3D22E0F11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722D1-3036-D201-8133-F6B6EE310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E9A8E-6B5C-1E77-92A6-DE00E5848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A108-30F3-B874-33C7-2B3A9FA5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CA81-1904-5B23-4122-0BCED562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71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E4560-E24B-D830-76B1-6807761A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C8FC5-5085-3021-96FD-9FF2CCDFD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2150A-7D8C-F41F-754C-6C7F6A00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21FD9-93E9-D4CF-8F94-B9BE84F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DB722-BE97-C632-247E-3DAA6721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58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2BA6-2B96-5E95-4719-1FE70DA7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E74BE-B90B-C469-6857-FAE6F6562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87FBC-309F-B684-96DA-3822BB23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4A876-6501-9D23-95C9-9F4D59CC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7D83-FFA8-2F6D-4D2F-F3A0EE9F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48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2FD5-02E8-3267-07B0-35489A37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2F42E-598F-0187-4254-BB645AF6C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70252-5A6E-5D93-9E5E-3127F6C21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4FE46-51A2-0F0A-C112-706B98F4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A6AD5-8DC9-3CBE-E3D0-75259E7A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D930B-77EE-3476-E721-ED959D1D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8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0D5F-3F7C-CD2B-F107-3E89F7458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49700-B696-BC43-EE6B-76D4353D0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07DF0-6138-5B81-53CE-B55ADCE13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AE718-1169-1E19-18FA-8879D1A59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0F728F-5BEA-9B97-5E34-2F4EA7774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0A37BB-2ED0-FC91-D3D1-B6A29729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A362F-60B7-FFFF-D771-401E77FD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3C407-C9AB-7787-3CD5-6E2A3F23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33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98E6C-4C9F-36AB-A30A-15B0CE15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2CC23-29C0-85FA-1C9C-503B6E4D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30C4E-B985-6BAC-66EB-9642FEDC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05738-4150-F29F-1B7C-F87FCF5C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30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B854FF-CD32-57D9-0D96-1254BC71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A46B6-1141-8DDF-32D7-96F061D2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59286-9031-8581-4A00-39E6789A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97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F44D-7663-2D2F-3BFD-4A11F58A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EC26C-5DD8-9ECA-3771-BF0D15FA6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57C59-DDDE-E6FE-7CBC-575D0F210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AB36E-E517-B0E0-730A-DC5C7119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1EA60-8BE5-BEB6-AF36-C1F714B9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73059-AAC7-88A6-69DD-27148086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62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CF68-76CD-D557-BB95-22369D98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A51D09-0FCA-788E-AD11-BFDFF4F46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20060-BFFD-55A3-0268-A8A5FB57C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83E8A-48B7-F328-7F45-967AC033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E1C0A-1F9D-AD8D-E57F-900B4162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50085-7CB4-9A12-0D53-DAA0E22C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95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847E-0376-9C9D-64A3-C289A26E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4FE24-BE27-B798-3B63-E859537E7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C7831-AB8B-26FA-DAD0-2525C215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964A4-E44B-8F15-8048-693FA60F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7A34A-F5DA-3817-A766-CB33E57F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006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4D8BA-4995-9293-E0BF-38F3636D7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CD326-9F72-9B7E-DCBD-D081AB67B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4F1EA-6689-CFA6-63B9-F2BB0C06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EF2F0-BE77-1711-1288-EF7D1833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C064-7425-31AE-FB1C-0E708E93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877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E84B2-1C1E-15D0-30B0-AABA9ECE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0D59B-3BD3-AFEE-87C2-3D7B06C7A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1D5A5-E587-405A-DD29-801EBFDB7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09602-6584-425E-AB36-D70AD6E7B863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75D73-B793-5D82-AE4D-9A86937E2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6B45-6553-9345-C5CE-14E5E599D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E1B09-2737-40BE-8A7A-24AEFE49C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78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5A4D5-DD47-1869-0783-733AFC444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070"/>
            <a:ext cx="12192000" cy="462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41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45CC99-5A08-857E-1987-20DD60C8D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070"/>
            <a:ext cx="12192000" cy="462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0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EA644-A9EF-FFD5-3337-46EF0102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070"/>
            <a:ext cx="12192000" cy="462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9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52642-355D-CFC2-9FC3-D8D2CBD73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070"/>
            <a:ext cx="12192000" cy="462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6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E63FE4-10A3-292C-0EBB-F51B62751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070"/>
            <a:ext cx="12192000" cy="462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EF011-9549-26EF-8156-49E024E04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070"/>
            <a:ext cx="12192000" cy="462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4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7A0D6-ACAC-2054-BD65-7C7048BF4B71}"/>
              </a:ext>
            </a:extLst>
          </p:cNvPr>
          <p:cNvSpPr txBox="1"/>
          <p:nvPr/>
        </p:nvSpPr>
        <p:spPr>
          <a:xfrm>
            <a:off x="1130710" y="1936955"/>
            <a:ext cx="973401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Palatino Linotype" panose="02040502050505030304" pitchFamily="18" charset="0"/>
              </a:rPr>
              <a:t>Complete the slides on your notebook for rest of the values!!</a:t>
            </a:r>
          </a:p>
          <a:p>
            <a:endParaRPr lang="en-IN" sz="2800" dirty="0">
              <a:latin typeface="Palatino Linotype" panose="02040502050505030304" pitchFamily="18" charset="0"/>
            </a:endParaRPr>
          </a:p>
          <a:p>
            <a:endParaRPr lang="en-IN" sz="2800" dirty="0">
              <a:latin typeface="Palatino Linotype" panose="02040502050505030304" pitchFamily="18" charset="0"/>
            </a:endParaRPr>
          </a:p>
          <a:p>
            <a:pPr algn="ctr"/>
            <a:r>
              <a:rPr lang="en-IN" sz="2800" dirty="0">
                <a:latin typeface="Palatino Linotype" panose="02040502050505030304" pitchFamily="18" charset="0"/>
              </a:rPr>
              <a:t>Thank You !!!</a:t>
            </a:r>
          </a:p>
          <a:p>
            <a:endParaRPr lang="en-IN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50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Janhavi Deo</dc:creator>
  <cp:lastModifiedBy>Janhavi Deo</cp:lastModifiedBy>
  <cp:revision>3</cp:revision>
  <dcterms:created xsi:type="dcterms:W3CDTF">2024-06-07T10:21:59Z</dcterms:created>
  <dcterms:modified xsi:type="dcterms:W3CDTF">2024-06-16T16:48:22Z</dcterms:modified>
</cp:coreProperties>
</file>